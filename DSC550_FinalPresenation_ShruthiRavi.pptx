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7" r:id="rId5"/>
    <p:sldId id="258" r:id="rId6"/>
    <p:sldId id="259" r:id="rId7"/>
    <p:sldId id="260" r:id="rId8"/>
    <p:sldId id="263" r:id="rId9"/>
    <p:sldId id="261" r:id="rId10"/>
    <p:sldId id="262" r:id="rId11"/>
    <p:sldId id="264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F4142D-EB6D-41C2-948D-1E3A1E650E13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65CE09C-B1EF-49A0-8765-DCCE5DF7BB06}">
      <dgm:prSet phldrT="[Text]"/>
      <dgm:spPr/>
      <dgm:t>
        <a:bodyPr/>
        <a:lstStyle/>
        <a:p>
          <a:pPr>
            <a:buNone/>
          </a:pPr>
          <a:r>
            <a:rPr lang="en-US" b="1" dirty="0"/>
            <a:t>Develop an intelligent legal assistant (</a:t>
          </a:r>
          <a:r>
            <a:rPr lang="en-US" b="1" dirty="0" err="1"/>
            <a:t>LexAssist</a:t>
          </a:r>
          <a:r>
            <a:rPr lang="en-US" b="1" dirty="0"/>
            <a:t>)</a:t>
          </a:r>
          <a:r>
            <a:rPr lang="en-US" dirty="0"/>
            <a:t> to automate the analysis of large-scale legal clause datasets</a:t>
          </a:r>
          <a:endParaRPr lang="en-IN" dirty="0"/>
        </a:p>
      </dgm:t>
    </dgm:pt>
    <dgm:pt modelId="{5F1DCABB-57C3-4B75-8EE9-9BC2B5FD8ED2}" type="parTrans" cxnId="{D8DD5C93-6923-430B-811E-BB91018B720E}">
      <dgm:prSet/>
      <dgm:spPr/>
      <dgm:t>
        <a:bodyPr/>
        <a:lstStyle/>
        <a:p>
          <a:endParaRPr lang="en-IN"/>
        </a:p>
      </dgm:t>
    </dgm:pt>
    <dgm:pt modelId="{D95B36D3-ED31-44AF-8A12-A1D2C726F55E}" type="sibTrans" cxnId="{D8DD5C93-6923-430B-811E-BB91018B720E}">
      <dgm:prSet/>
      <dgm:spPr/>
      <dgm:t>
        <a:bodyPr/>
        <a:lstStyle/>
        <a:p>
          <a:endParaRPr lang="en-IN"/>
        </a:p>
      </dgm:t>
    </dgm:pt>
    <dgm:pt modelId="{48FA6222-5A79-43FE-A6A8-C1F530506286}">
      <dgm:prSet phldrT="[Text]"/>
      <dgm:spPr/>
      <dgm:t>
        <a:bodyPr/>
        <a:lstStyle/>
        <a:p>
          <a:pPr>
            <a:buNone/>
          </a:pPr>
          <a:r>
            <a:rPr lang="en-US" b="1" dirty="0"/>
            <a:t>Enable accurate clause classification</a:t>
          </a:r>
          <a:r>
            <a:rPr lang="en-US" dirty="0"/>
            <a:t> across 395 legal categories using semantic similarity and LLM reasoning</a:t>
          </a:r>
          <a:endParaRPr lang="en-IN" dirty="0"/>
        </a:p>
      </dgm:t>
    </dgm:pt>
    <dgm:pt modelId="{EE716E81-8863-4C6E-806E-58F84EAD20D1}" type="parTrans" cxnId="{3EC49995-4C3A-468E-89FC-59C70511B906}">
      <dgm:prSet/>
      <dgm:spPr/>
      <dgm:t>
        <a:bodyPr/>
        <a:lstStyle/>
        <a:p>
          <a:endParaRPr lang="en-IN"/>
        </a:p>
      </dgm:t>
    </dgm:pt>
    <dgm:pt modelId="{A4D7EC32-9B7A-4542-A41D-FD2B6C8CD583}" type="sibTrans" cxnId="{3EC49995-4C3A-468E-89FC-59C70511B906}">
      <dgm:prSet/>
      <dgm:spPr/>
      <dgm:t>
        <a:bodyPr/>
        <a:lstStyle/>
        <a:p>
          <a:endParaRPr lang="en-IN"/>
        </a:p>
      </dgm:t>
    </dgm:pt>
    <dgm:pt modelId="{497023D4-2C91-4677-AE2D-36437544ACA4}">
      <dgm:prSet phldrT="[Text]"/>
      <dgm:spPr/>
      <dgm:t>
        <a:bodyPr/>
        <a:lstStyle/>
        <a:p>
          <a:pPr>
            <a:buNone/>
          </a:pPr>
          <a:r>
            <a:rPr lang="en-IN" b="1" dirty="0"/>
            <a:t>Implement efficient semantic retrieval</a:t>
          </a:r>
          <a:r>
            <a:rPr lang="en-IN" dirty="0"/>
            <a:t> to identify relevant legal clauses from 150,000+ entries</a:t>
          </a:r>
        </a:p>
      </dgm:t>
    </dgm:pt>
    <dgm:pt modelId="{586CD348-BD4B-4A56-A560-5E7280293E4C}" type="parTrans" cxnId="{C9C47EA1-3B0B-4034-A069-C0EA4117F808}">
      <dgm:prSet/>
      <dgm:spPr/>
      <dgm:t>
        <a:bodyPr/>
        <a:lstStyle/>
        <a:p>
          <a:endParaRPr lang="en-IN"/>
        </a:p>
      </dgm:t>
    </dgm:pt>
    <dgm:pt modelId="{EFABBF57-1614-45FE-BBB5-F29180E7234C}" type="sibTrans" cxnId="{C9C47EA1-3B0B-4034-A069-C0EA4117F808}">
      <dgm:prSet/>
      <dgm:spPr/>
      <dgm:t>
        <a:bodyPr/>
        <a:lstStyle/>
        <a:p>
          <a:endParaRPr lang="en-IN"/>
        </a:p>
      </dgm:t>
    </dgm:pt>
    <dgm:pt modelId="{7D4A694B-AF58-46F9-8BFF-20751FF7EA22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Design a risk analysis module</a:t>
          </a:r>
          <a:r>
            <a:rPr lang="en-US" dirty="0"/>
            <a:t> to detect critical legal risks such as liability, indemnification, and unfair terms</a:t>
          </a:r>
          <a:endParaRPr lang="en-IN" dirty="0"/>
        </a:p>
      </dgm:t>
    </dgm:pt>
    <dgm:pt modelId="{390829CC-B2BE-40FE-90B7-66DC1A198ACF}" type="parTrans" cxnId="{AB00E332-31B0-4FED-A502-0F2E32BBB377}">
      <dgm:prSet/>
      <dgm:spPr/>
      <dgm:t>
        <a:bodyPr/>
        <a:lstStyle/>
        <a:p>
          <a:endParaRPr lang="en-IN"/>
        </a:p>
      </dgm:t>
    </dgm:pt>
    <dgm:pt modelId="{C5BDA1BF-D51F-45C9-9F1B-52391A291F28}" type="sibTrans" cxnId="{AB00E332-31B0-4FED-A502-0F2E32BBB377}">
      <dgm:prSet/>
      <dgm:spPr/>
      <dgm:t>
        <a:bodyPr/>
        <a:lstStyle/>
        <a:p>
          <a:endParaRPr lang="en-IN"/>
        </a:p>
      </dgm:t>
    </dgm:pt>
    <dgm:pt modelId="{18EB2C81-AABA-418D-9469-A6BA4739F39F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Generate structured, plain-English summaries</a:t>
          </a:r>
          <a:r>
            <a:rPr lang="en-US" dirty="0"/>
            <a:t> for improved readability and decision-making</a:t>
          </a:r>
          <a:endParaRPr lang="en-IN" dirty="0"/>
        </a:p>
      </dgm:t>
    </dgm:pt>
    <dgm:pt modelId="{ADADB181-3664-4BEA-8F9E-9B90BD5672AB}" type="parTrans" cxnId="{3D550AEF-A168-465B-A9E9-74E1F3B682D2}">
      <dgm:prSet/>
      <dgm:spPr/>
      <dgm:t>
        <a:bodyPr/>
        <a:lstStyle/>
        <a:p>
          <a:endParaRPr lang="en-IN"/>
        </a:p>
      </dgm:t>
    </dgm:pt>
    <dgm:pt modelId="{D1407731-1B1A-459C-9942-E7C02D2D499D}" type="sibTrans" cxnId="{3D550AEF-A168-465B-A9E9-74E1F3B682D2}">
      <dgm:prSet/>
      <dgm:spPr/>
      <dgm:t>
        <a:bodyPr/>
        <a:lstStyle/>
        <a:p>
          <a:endParaRPr lang="en-IN"/>
        </a:p>
      </dgm:t>
    </dgm:pt>
    <dgm:pt modelId="{3DC765E3-CA59-4A01-8607-734576D96ACC}">
      <dgm:prSet phldrT="[Text]" phldr="0"/>
      <dgm:spPr/>
      <dgm:t>
        <a:bodyPr/>
        <a:lstStyle/>
        <a:p>
          <a:pPr>
            <a:buNone/>
          </a:pPr>
          <a:r>
            <a:rPr lang="en-US" b="1" dirty="0"/>
            <a:t>Build a modular multi-agent architecture</a:t>
          </a:r>
          <a:r>
            <a:rPr lang="en-US" dirty="0"/>
            <a:t> to handle complex legal workflows in a scalable and flexible manner</a:t>
          </a:r>
          <a:endParaRPr lang="en-IN" dirty="0"/>
        </a:p>
      </dgm:t>
    </dgm:pt>
    <dgm:pt modelId="{E7E3FF56-3864-43E4-8F7E-CB531CE15626}" type="parTrans" cxnId="{A60768D6-16DF-4FB5-A62C-8A2A97FB0C10}">
      <dgm:prSet/>
      <dgm:spPr/>
      <dgm:t>
        <a:bodyPr/>
        <a:lstStyle/>
        <a:p>
          <a:endParaRPr lang="en-IN"/>
        </a:p>
      </dgm:t>
    </dgm:pt>
    <dgm:pt modelId="{A4B8CA33-5CC7-4E7F-BE27-689B2E460FE8}" type="sibTrans" cxnId="{A60768D6-16DF-4FB5-A62C-8A2A97FB0C10}">
      <dgm:prSet/>
      <dgm:spPr/>
      <dgm:t>
        <a:bodyPr/>
        <a:lstStyle/>
        <a:p>
          <a:endParaRPr lang="en-IN"/>
        </a:p>
      </dgm:t>
    </dgm:pt>
    <dgm:pt modelId="{EA2D7450-4D3E-4847-AEBA-E791446EF9B0}" type="pres">
      <dgm:prSet presAssocID="{3FF4142D-EB6D-41C2-948D-1E3A1E650E13}" presName="linear" presStyleCnt="0">
        <dgm:presLayoutVars>
          <dgm:dir/>
          <dgm:animLvl val="lvl"/>
          <dgm:resizeHandles val="exact"/>
        </dgm:presLayoutVars>
      </dgm:prSet>
      <dgm:spPr/>
    </dgm:pt>
    <dgm:pt modelId="{4AEB47A2-DFE2-417D-8E2C-B6C1DAC1CBCD}" type="pres">
      <dgm:prSet presAssocID="{865CE09C-B1EF-49A0-8765-DCCE5DF7BB06}" presName="parentLin" presStyleCnt="0"/>
      <dgm:spPr/>
    </dgm:pt>
    <dgm:pt modelId="{60CB6A3F-5D26-4042-BE36-575E4779DBD7}" type="pres">
      <dgm:prSet presAssocID="{865CE09C-B1EF-49A0-8765-DCCE5DF7BB06}" presName="parentLeftMargin" presStyleLbl="node1" presStyleIdx="0" presStyleCnt="6"/>
      <dgm:spPr/>
    </dgm:pt>
    <dgm:pt modelId="{3221CBFF-093D-4863-B326-D8983C7D6C9A}" type="pres">
      <dgm:prSet presAssocID="{865CE09C-B1EF-49A0-8765-DCCE5DF7BB06}" presName="parentText" presStyleLbl="node1" presStyleIdx="0" presStyleCnt="6" custScaleX="126124">
        <dgm:presLayoutVars>
          <dgm:chMax val="0"/>
          <dgm:bulletEnabled val="1"/>
        </dgm:presLayoutVars>
      </dgm:prSet>
      <dgm:spPr/>
    </dgm:pt>
    <dgm:pt modelId="{29317C64-00F8-4B67-9017-77A2DB7C8B12}" type="pres">
      <dgm:prSet presAssocID="{865CE09C-B1EF-49A0-8765-DCCE5DF7BB06}" presName="negativeSpace" presStyleCnt="0"/>
      <dgm:spPr/>
    </dgm:pt>
    <dgm:pt modelId="{D0C69CD9-6D97-4407-86B0-4065DADCB5AB}" type="pres">
      <dgm:prSet presAssocID="{865CE09C-B1EF-49A0-8765-DCCE5DF7BB06}" presName="childText" presStyleLbl="conFgAcc1" presStyleIdx="0" presStyleCnt="6">
        <dgm:presLayoutVars>
          <dgm:bulletEnabled val="1"/>
        </dgm:presLayoutVars>
      </dgm:prSet>
      <dgm:spPr/>
    </dgm:pt>
    <dgm:pt modelId="{14F1FD40-79FA-4798-94AE-0C55A6BC2E50}" type="pres">
      <dgm:prSet presAssocID="{D95B36D3-ED31-44AF-8A12-A1D2C726F55E}" presName="spaceBetweenRectangles" presStyleCnt="0"/>
      <dgm:spPr/>
    </dgm:pt>
    <dgm:pt modelId="{5EE2FAF6-0DAA-4E69-9884-916A598823CD}" type="pres">
      <dgm:prSet presAssocID="{48FA6222-5A79-43FE-A6A8-C1F530506286}" presName="parentLin" presStyleCnt="0"/>
      <dgm:spPr/>
    </dgm:pt>
    <dgm:pt modelId="{31DD8D4E-F3C8-412B-A53F-04F41B684A32}" type="pres">
      <dgm:prSet presAssocID="{48FA6222-5A79-43FE-A6A8-C1F530506286}" presName="parentLeftMargin" presStyleLbl="node1" presStyleIdx="0" presStyleCnt="6"/>
      <dgm:spPr/>
    </dgm:pt>
    <dgm:pt modelId="{AD129699-D65A-433B-AA8A-F269A7696467}" type="pres">
      <dgm:prSet presAssocID="{48FA6222-5A79-43FE-A6A8-C1F530506286}" presName="parentText" presStyleLbl="node1" presStyleIdx="1" presStyleCnt="6" custScaleX="125687">
        <dgm:presLayoutVars>
          <dgm:chMax val="0"/>
          <dgm:bulletEnabled val="1"/>
        </dgm:presLayoutVars>
      </dgm:prSet>
      <dgm:spPr/>
    </dgm:pt>
    <dgm:pt modelId="{51AFEBAC-65C9-426E-925E-185696BD83B0}" type="pres">
      <dgm:prSet presAssocID="{48FA6222-5A79-43FE-A6A8-C1F530506286}" presName="negativeSpace" presStyleCnt="0"/>
      <dgm:spPr/>
    </dgm:pt>
    <dgm:pt modelId="{F58C3D85-D6C2-473B-B186-E368BF8C3ED9}" type="pres">
      <dgm:prSet presAssocID="{48FA6222-5A79-43FE-A6A8-C1F530506286}" presName="childText" presStyleLbl="conFgAcc1" presStyleIdx="1" presStyleCnt="6">
        <dgm:presLayoutVars>
          <dgm:bulletEnabled val="1"/>
        </dgm:presLayoutVars>
      </dgm:prSet>
      <dgm:spPr/>
    </dgm:pt>
    <dgm:pt modelId="{D9FE5B08-86FE-4756-A920-5F4CB624E19A}" type="pres">
      <dgm:prSet presAssocID="{A4D7EC32-9B7A-4542-A41D-FD2B6C8CD583}" presName="spaceBetweenRectangles" presStyleCnt="0"/>
      <dgm:spPr/>
    </dgm:pt>
    <dgm:pt modelId="{BBD16F6D-5595-4681-B5F5-3C2DD13D91AF}" type="pres">
      <dgm:prSet presAssocID="{497023D4-2C91-4677-AE2D-36437544ACA4}" presName="parentLin" presStyleCnt="0"/>
      <dgm:spPr/>
    </dgm:pt>
    <dgm:pt modelId="{9467AFED-B091-4D03-95F6-5C2D445F8E52}" type="pres">
      <dgm:prSet presAssocID="{497023D4-2C91-4677-AE2D-36437544ACA4}" presName="parentLeftMargin" presStyleLbl="node1" presStyleIdx="1" presStyleCnt="6"/>
      <dgm:spPr/>
    </dgm:pt>
    <dgm:pt modelId="{D18ABDAB-70FE-48EA-BDDE-406BBBA4BF7B}" type="pres">
      <dgm:prSet presAssocID="{497023D4-2C91-4677-AE2D-36437544ACA4}" presName="parentText" presStyleLbl="node1" presStyleIdx="2" presStyleCnt="6" custScaleX="125620">
        <dgm:presLayoutVars>
          <dgm:chMax val="0"/>
          <dgm:bulletEnabled val="1"/>
        </dgm:presLayoutVars>
      </dgm:prSet>
      <dgm:spPr/>
    </dgm:pt>
    <dgm:pt modelId="{380A1CA6-D496-43EA-8E07-B6A29CDB6A18}" type="pres">
      <dgm:prSet presAssocID="{497023D4-2C91-4677-AE2D-36437544ACA4}" presName="negativeSpace" presStyleCnt="0"/>
      <dgm:spPr/>
    </dgm:pt>
    <dgm:pt modelId="{19BEE0C3-890F-436B-9EF4-BE10F63066CD}" type="pres">
      <dgm:prSet presAssocID="{497023D4-2C91-4677-AE2D-36437544ACA4}" presName="childText" presStyleLbl="conFgAcc1" presStyleIdx="2" presStyleCnt="6">
        <dgm:presLayoutVars>
          <dgm:bulletEnabled val="1"/>
        </dgm:presLayoutVars>
      </dgm:prSet>
      <dgm:spPr/>
    </dgm:pt>
    <dgm:pt modelId="{4A662C92-6917-4C4F-BCFB-85CC2D4E85FE}" type="pres">
      <dgm:prSet presAssocID="{EFABBF57-1614-45FE-BBB5-F29180E7234C}" presName="spaceBetweenRectangles" presStyleCnt="0"/>
      <dgm:spPr/>
    </dgm:pt>
    <dgm:pt modelId="{918011BD-3E24-416B-9DC8-563DC00CCA36}" type="pres">
      <dgm:prSet presAssocID="{7D4A694B-AF58-46F9-8BFF-20751FF7EA22}" presName="parentLin" presStyleCnt="0"/>
      <dgm:spPr/>
    </dgm:pt>
    <dgm:pt modelId="{AF689183-C66A-4FD4-871E-217A63722EB2}" type="pres">
      <dgm:prSet presAssocID="{7D4A694B-AF58-46F9-8BFF-20751FF7EA22}" presName="parentLeftMargin" presStyleLbl="node1" presStyleIdx="2" presStyleCnt="6"/>
      <dgm:spPr/>
    </dgm:pt>
    <dgm:pt modelId="{C20D36B1-B5BA-4527-95C3-74373D493AF5}" type="pres">
      <dgm:prSet presAssocID="{7D4A694B-AF58-46F9-8BFF-20751FF7EA22}" presName="parentText" presStyleLbl="node1" presStyleIdx="3" presStyleCnt="6" custScaleX="125904">
        <dgm:presLayoutVars>
          <dgm:chMax val="0"/>
          <dgm:bulletEnabled val="1"/>
        </dgm:presLayoutVars>
      </dgm:prSet>
      <dgm:spPr/>
    </dgm:pt>
    <dgm:pt modelId="{55E57E0B-7A41-466F-8E43-7BBD766911B3}" type="pres">
      <dgm:prSet presAssocID="{7D4A694B-AF58-46F9-8BFF-20751FF7EA22}" presName="negativeSpace" presStyleCnt="0"/>
      <dgm:spPr/>
    </dgm:pt>
    <dgm:pt modelId="{87AFE6E6-5FAD-4E44-ABCE-2392460C2F5E}" type="pres">
      <dgm:prSet presAssocID="{7D4A694B-AF58-46F9-8BFF-20751FF7EA22}" presName="childText" presStyleLbl="conFgAcc1" presStyleIdx="3" presStyleCnt="6">
        <dgm:presLayoutVars>
          <dgm:bulletEnabled val="1"/>
        </dgm:presLayoutVars>
      </dgm:prSet>
      <dgm:spPr/>
    </dgm:pt>
    <dgm:pt modelId="{3B4FC28F-BF7E-4808-A4BD-5A020A2EBC21}" type="pres">
      <dgm:prSet presAssocID="{C5BDA1BF-D51F-45C9-9F1B-52391A291F28}" presName="spaceBetweenRectangles" presStyleCnt="0"/>
      <dgm:spPr/>
    </dgm:pt>
    <dgm:pt modelId="{43B5329D-4FFC-4D42-A233-3AC334B0819E}" type="pres">
      <dgm:prSet presAssocID="{18EB2C81-AABA-418D-9469-A6BA4739F39F}" presName="parentLin" presStyleCnt="0"/>
      <dgm:spPr/>
    </dgm:pt>
    <dgm:pt modelId="{E261005D-8A91-48D8-B936-6F442710813D}" type="pres">
      <dgm:prSet presAssocID="{18EB2C81-AABA-418D-9469-A6BA4739F39F}" presName="parentLeftMargin" presStyleLbl="node1" presStyleIdx="3" presStyleCnt="6"/>
      <dgm:spPr/>
    </dgm:pt>
    <dgm:pt modelId="{1499BE65-BC40-4209-A3CC-13F2C77B30FE}" type="pres">
      <dgm:prSet presAssocID="{18EB2C81-AABA-418D-9469-A6BA4739F39F}" presName="parentText" presStyleLbl="node1" presStyleIdx="4" presStyleCnt="6" custScaleX="127553" custLinFactNeighborX="-520" custLinFactNeighborY="-14111">
        <dgm:presLayoutVars>
          <dgm:chMax val="0"/>
          <dgm:bulletEnabled val="1"/>
        </dgm:presLayoutVars>
      </dgm:prSet>
      <dgm:spPr/>
    </dgm:pt>
    <dgm:pt modelId="{753CD6E7-0709-42B6-86C0-F91F27199C88}" type="pres">
      <dgm:prSet presAssocID="{18EB2C81-AABA-418D-9469-A6BA4739F39F}" presName="negativeSpace" presStyleCnt="0"/>
      <dgm:spPr/>
    </dgm:pt>
    <dgm:pt modelId="{FA57E5F6-263B-4641-9C21-674158645058}" type="pres">
      <dgm:prSet presAssocID="{18EB2C81-AABA-418D-9469-A6BA4739F39F}" presName="childText" presStyleLbl="conFgAcc1" presStyleIdx="4" presStyleCnt="6">
        <dgm:presLayoutVars>
          <dgm:bulletEnabled val="1"/>
        </dgm:presLayoutVars>
      </dgm:prSet>
      <dgm:spPr/>
    </dgm:pt>
    <dgm:pt modelId="{68FA4B28-5263-4AF5-82C8-302B1FA9EAF7}" type="pres">
      <dgm:prSet presAssocID="{D1407731-1B1A-459C-9942-E7C02D2D499D}" presName="spaceBetweenRectangles" presStyleCnt="0"/>
      <dgm:spPr/>
    </dgm:pt>
    <dgm:pt modelId="{82D96FBC-5A70-47D5-9E4A-7A01CA1B0AB5}" type="pres">
      <dgm:prSet presAssocID="{3DC765E3-CA59-4A01-8607-734576D96ACC}" presName="parentLin" presStyleCnt="0"/>
      <dgm:spPr/>
    </dgm:pt>
    <dgm:pt modelId="{16BB6419-24E7-4DD3-BE15-F8EEFAFD6866}" type="pres">
      <dgm:prSet presAssocID="{3DC765E3-CA59-4A01-8607-734576D96ACC}" presName="parentLeftMargin" presStyleLbl="node1" presStyleIdx="4" presStyleCnt="6"/>
      <dgm:spPr/>
    </dgm:pt>
    <dgm:pt modelId="{92C20074-49AE-489B-8577-D7B6757CC178}" type="pres">
      <dgm:prSet presAssocID="{3DC765E3-CA59-4A01-8607-734576D96ACC}" presName="parentText" presStyleLbl="node1" presStyleIdx="5" presStyleCnt="6" custScaleX="127731">
        <dgm:presLayoutVars>
          <dgm:chMax val="0"/>
          <dgm:bulletEnabled val="1"/>
        </dgm:presLayoutVars>
      </dgm:prSet>
      <dgm:spPr/>
    </dgm:pt>
    <dgm:pt modelId="{8B69F65F-B268-4AA1-8D9F-D413AF48321E}" type="pres">
      <dgm:prSet presAssocID="{3DC765E3-CA59-4A01-8607-734576D96ACC}" presName="negativeSpace" presStyleCnt="0"/>
      <dgm:spPr/>
    </dgm:pt>
    <dgm:pt modelId="{3ECE2253-2373-464B-A9FE-A4169EE0CA26}" type="pres">
      <dgm:prSet presAssocID="{3DC765E3-CA59-4A01-8607-734576D96AC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7688C603-4FB7-486F-9FEC-AB9609F1B235}" type="presOf" srcId="{3DC765E3-CA59-4A01-8607-734576D96ACC}" destId="{16BB6419-24E7-4DD3-BE15-F8EEFAFD6866}" srcOrd="0" destOrd="0" presId="urn:microsoft.com/office/officeart/2005/8/layout/list1"/>
    <dgm:cxn modelId="{70309F0C-7E57-4019-9361-BD2E89F9105E}" type="presOf" srcId="{18EB2C81-AABA-418D-9469-A6BA4739F39F}" destId="{1499BE65-BC40-4209-A3CC-13F2C77B30FE}" srcOrd="1" destOrd="0" presId="urn:microsoft.com/office/officeart/2005/8/layout/list1"/>
    <dgm:cxn modelId="{5C5BF71B-D4F3-4EF9-B48A-CE87378A387F}" type="presOf" srcId="{18EB2C81-AABA-418D-9469-A6BA4739F39F}" destId="{E261005D-8A91-48D8-B936-6F442710813D}" srcOrd="0" destOrd="0" presId="urn:microsoft.com/office/officeart/2005/8/layout/list1"/>
    <dgm:cxn modelId="{AB00E332-31B0-4FED-A502-0F2E32BBB377}" srcId="{3FF4142D-EB6D-41C2-948D-1E3A1E650E13}" destId="{7D4A694B-AF58-46F9-8BFF-20751FF7EA22}" srcOrd="3" destOrd="0" parTransId="{390829CC-B2BE-40FE-90B7-66DC1A198ACF}" sibTransId="{C5BDA1BF-D51F-45C9-9F1B-52391A291F28}"/>
    <dgm:cxn modelId="{325F4D36-D4CC-4947-B579-73040D8269C7}" type="presOf" srcId="{48FA6222-5A79-43FE-A6A8-C1F530506286}" destId="{31DD8D4E-F3C8-412B-A53F-04F41B684A32}" srcOrd="0" destOrd="0" presId="urn:microsoft.com/office/officeart/2005/8/layout/list1"/>
    <dgm:cxn modelId="{4CA7463A-1655-40E6-94C4-FF34BA0F7BA2}" type="presOf" srcId="{865CE09C-B1EF-49A0-8765-DCCE5DF7BB06}" destId="{3221CBFF-093D-4863-B326-D8983C7D6C9A}" srcOrd="1" destOrd="0" presId="urn:microsoft.com/office/officeart/2005/8/layout/list1"/>
    <dgm:cxn modelId="{8AEA1D6F-80EC-4205-BE82-E7B892909A20}" type="presOf" srcId="{865CE09C-B1EF-49A0-8765-DCCE5DF7BB06}" destId="{60CB6A3F-5D26-4042-BE36-575E4779DBD7}" srcOrd="0" destOrd="0" presId="urn:microsoft.com/office/officeart/2005/8/layout/list1"/>
    <dgm:cxn modelId="{2B898C7A-5A9F-4FB6-B285-AAEFDD81BF1D}" type="presOf" srcId="{7D4A694B-AF58-46F9-8BFF-20751FF7EA22}" destId="{C20D36B1-B5BA-4527-95C3-74373D493AF5}" srcOrd="1" destOrd="0" presId="urn:microsoft.com/office/officeart/2005/8/layout/list1"/>
    <dgm:cxn modelId="{D8DD5C93-6923-430B-811E-BB91018B720E}" srcId="{3FF4142D-EB6D-41C2-948D-1E3A1E650E13}" destId="{865CE09C-B1EF-49A0-8765-DCCE5DF7BB06}" srcOrd="0" destOrd="0" parTransId="{5F1DCABB-57C3-4B75-8EE9-9BC2B5FD8ED2}" sibTransId="{D95B36D3-ED31-44AF-8A12-A1D2C726F55E}"/>
    <dgm:cxn modelId="{3EC49995-4C3A-468E-89FC-59C70511B906}" srcId="{3FF4142D-EB6D-41C2-948D-1E3A1E650E13}" destId="{48FA6222-5A79-43FE-A6A8-C1F530506286}" srcOrd="1" destOrd="0" parTransId="{EE716E81-8863-4C6E-806E-58F84EAD20D1}" sibTransId="{A4D7EC32-9B7A-4542-A41D-FD2B6C8CD583}"/>
    <dgm:cxn modelId="{4F531D9E-D255-4E25-8394-5D782D7A23F6}" type="presOf" srcId="{497023D4-2C91-4677-AE2D-36437544ACA4}" destId="{9467AFED-B091-4D03-95F6-5C2D445F8E52}" srcOrd="0" destOrd="0" presId="urn:microsoft.com/office/officeart/2005/8/layout/list1"/>
    <dgm:cxn modelId="{C9C47EA1-3B0B-4034-A069-C0EA4117F808}" srcId="{3FF4142D-EB6D-41C2-948D-1E3A1E650E13}" destId="{497023D4-2C91-4677-AE2D-36437544ACA4}" srcOrd="2" destOrd="0" parTransId="{586CD348-BD4B-4A56-A560-5E7280293E4C}" sibTransId="{EFABBF57-1614-45FE-BBB5-F29180E7234C}"/>
    <dgm:cxn modelId="{E69AD3A7-2E5A-4E86-8F7F-85EBFEBF0435}" type="presOf" srcId="{3DC765E3-CA59-4A01-8607-734576D96ACC}" destId="{92C20074-49AE-489B-8577-D7B6757CC178}" srcOrd="1" destOrd="0" presId="urn:microsoft.com/office/officeart/2005/8/layout/list1"/>
    <dgm:cxn modelId="{6B957BB3-127E-4D03-A275-FDD1C8299C05}" type="presOf" srcId="{497023D4-2C91-4677-AE2D-36437544ACA4}" destId="{D18ABDAB-70FE-48EA-BDDE-406BBBA4BF7B}" srcOrd="1" destOrd="0" presId="urn:microsoft.com/office/officeart/2005/8/layout/list1"/>
    <dgm:cxn modelId="{4F93B6BA-26E7-41C3-9BD1-BDB03ACE4788}" type="presOf" srcId="{3FF4142D-EB6D-41C2-948D-1E3A1E650E13}" destId="{EA2D7450-4D3E-4847-AEBA-E791446EF9B0}" srcOrd="0" destOrd="0" presId="urn:microsoft.com/office/officeart/2005/8/layout/list1"/>
    <dgm:cxn modelId="{A60768D6-16DF-4FB5-A62C-8A2A97FB0C10}" srcId="{3FF4142D-EB6D-41C2-948D-1E3A1E650E13}" destId="{3DC765E3-CA59-4A01-8607-734576D96ACC}" srcOrd="5" destOrd="0" parTransId="{E7E3FF56-3864-43E4-8F7E-CB531CE15626}" sibTransId="{A4B8CA33-5CC7-4E7F-BE27-689B2E460FE8}"/>
    <dgm:cxn modelId="{2DD42DDA-B0EF-44FB-B978-36435A734195}" type="presOf" srcId="{48FA6222-5A79-43FE-A6A8-C1F530506286}" destId="{AD129699-D65A-433B-AA8A-F269A7696467}" srcOrd="1" destOrd="0" presId="urn:microsoft.com/office/officeart/2005/8/layout/list1"/>
    <dgm:cxn modelId="{3D550AEF-A168-465B-A9E9-74E1F3B682D2}" srcId="{3FF4142D-EB6D-41C2-948D-1E3A1E650E13}" destId="{18EB2C81-AABA-418D-9469-A6BA4739F39F}" srcOrd="4" destOrd="0" parTransId="{ADADB181-3664-4BEA-8F9E-9B90BD5672AB}" sibTransId="{D1407731-1B1A-459C-9942-E7C02D2D499D}"/>
    <dgm:cxn modelId="{BD5D1BFA-80E7-4634-BE7B-D54BB25FCF25}" type="presOf" srcId="{7D4A694B-AF58-46F9-8BFF-20751FF7EA22}" destId="{AF689183-C66A-4FD4-871E-217A63722EB2}" srcOrd="0" destOrd="0" presId="urn:microsoft.com/office/officeart/2005/8/layout/list1"/>
    <dgm:cxn modelId="{FB36BE3B-7D85-43AE-9980-4CE2F26158FC}" type="presParOf" srcId="{EA2D7450-4D3E-4847-AEBA-E791446EF9B0}" destId="{4AEB47A2-DFE2-417D-8E2C-B6C1DAC1CBCD}" srcOrd="0" destOrd="0" presId="urn:microsoft.com/office/officeart/2005/8/layout/list1"/>
    <dgm:cxn modelId="{64F42003-69F9-4DCF-A845-4F0D05B8300C}" type="presParOf" srcId="{4AEB47A2-DFE2-417D-8E2C-B6C1DAC1CBCD}" destId="{60CB6A3F-5D26-4042-BE36-575E4779DBD7}" srcOrd="0" destOrd="0" presId="urn:microsoft.com/office/officeart/2005/8/layout/list1"/>
    <dgm:cxn modelId="{E65C7893-4268-4A66-AAFC-D7799662ADEB}" type="presParOf" srcId="{4AEB47A2-DFE2-417D-8E2C-B6C1DAC1CBCD}" destId="{3221CBFF-093D-4863-B326-D8983C7D6C9A}" srcOrd="1" destOrd="0" presId="urn:microsoft.com/office/officeart/2005/8/layout/list1"/>
    <dgm:cxn modelId="{FF7628F8-193A-41C4-A3B3-8875DBE4A403}" type="presParOf" srcId="{EA2D7450-4D3E-4847-AEBA-E791446EF9B0}" destId="{29317C64-00F8-4B67-9017-77A2DB7C8B12}" srcOrd="1" destOrd="0" presId="urn:microsoft.com/office/officeart/2005/8/layout/list1"/>
    <dgm:cxn modelId="{704E26B1-7791-4A21-88CF-B61BBE3AB65B}" type="presParOf" srcId="{EA2D7450-4D3E-4847-AEBA-E791446EF9B0}" destId="{D0C69CD9-6D97-4407-86B0-4065DADCB5AB}" srcOrd="2" destOrd="0" presId="urn:microsoft.com/office/officeart/2005/8/layout/list1"/>
    <dgm:cxn modelId="{335A3D2B-1987-409A-B46C-E7DA95FF3359}" type="presParOf" srcId="{EA2D7450-4D3E-4847-AEBA-E791446EF9B0}" destId="{14F1FD40-79FA-4798-94AE-0C55A6BC2E50}" srcOrd="3" destOrd="0" presId="urn:microsoft.com/office/officeart/2005/8/layout/list1"/>
    <dgm:cxn modelId="{70CE6D14-F7DB-4880-BA5D-5CD12DDA378B}" type="presParOf" srcId="{EA2D7450-4D3E-4847-AEBA-E791446EF9B0}" destId="{5EE2FAF6-0DAA-4E69-9884-916A598823CD}" srcOrd="4" destOrd="0" presId="urn:microsoft.com/office/officeart/2005/8/layout/list1"/>
    <dgm:cxn modelId="{5FACD4B5-7B50-4788-9490-13095265DC99}" type="presParOf" srcId="{5EE2FAF6-0DAA-4E69-9884-916A598823CD}" destId="{31DD8D4E-F3C8-412B-A53F-04F41B684A32}" srcOrd="0" destOrd="0" presId="urn:microsoft.com/office/officeart/2005/8/layout/list1"/>
    <dgm:cxn modelId="{B15BAB0E-2AFC-4111-8686-4A793A456B68}" type="presParOf" srcId="{5EE2FAF6-0DAA-4E69-9884-916A598823CD}" destId="{AD129699-D65A-433B-AA8A-F269A7696467}" srcOrd="1" destOrd="0" presId="urn:microsoft.com/office/officeart/2005/8/layout/list1"/>
    <dgm:cxn modelId="{5CCE19C0-0E70-4F91-A381-B205938B9BBE}" type="presParOf" srcId="{EA2D7450-4D3E-4847-AEBA-E791446EF9B0}" destId="{51AFEBAC-65C9-426E-925E-185696BD83B0}" srcOrd="5" destOrd="0" presId="urn:microsoft.com/office/officeart/2005/8/layout/list1"/>
    <dgm:cxn modelId="{3D8017DC-2E77-49DF-B89D-7924FEC1B04E}" type="presParOf" srcId="{EA2D7450-4D3E-4847-AEBA-E791446EF9B0}" destId="{F58C3D85-D6C2-473B-B186-E368BF8C3ED9}" srcOrd="6" destOrd="0" presId="urn:microsoft.com/office/officeart/2005/8/layout/list1"/>
    <dgm:cxn modelId="{278DE3FE-5DDA-48A1-BD3B-A0D506B3F9D4}" type="presParOf" srcId="{EA2D7450-4D3E-4847-AEBA-E791446EF9B0}" destId="{D9FE5B08-86FE-4756-A920-5F4CB624E19A}" srcOrd="7" destOrd="0" presId="urn:microsoft.com/office/officeart/2005/8/layout/list1"/>
    <dgm:cxn modelId="{4208ABD0-30F6-4A4A-A58B-694BAB5DA44F}" type="presParOf" srcId="{EA2D7450-4D3E-4847-AEBA-E791446EF9B0}" destId="{BBD16F6D-5595-4681-B5F5-3C2DD13D91AF}" srcOrd="8" destOrd="0" presId="urn:microsoft.com/office/officeart/2005/8/layout/list1"/>
    <dgm:cxn modelId="{F34BD086-AE94-47B3-B5BD-43302F408785}" type="presParOf" srcId="{BBD16F6D-5595-4681-B5F5-3C2DD13D91AF}" destId="{9467AFED-B091-4D03-95F6-5C2D445F8E52}" srcOrd="0" destOrd="0" presId="urn:microsoft.com/office/officeart/2005/8/layout/list1"/>
    <dgm:cxn modelId="{9B9C76D1-EBC8-4FCB-B0E3-1BA9E4F461CB}" type="presParOf" srcId="{BBD16F6D-5595-4681-B5F5-3C2DD13D91AF}" destId="{D18ABDAB-70FE-48EA-BDDE-406BBBA4BF7B}" srcOrd="1" destOrd="0" presId="urn:microsoft.com/office/officeart/2005/8/layout/list1"/>
    <dgm:cxn modelId="{59BC6413-F8E9-4E74-BB02-759AC00463E0}" type="presParOf" srcId="{EA2D7450-4D3E-4847-AEBA-E791446EF9B0}" destId="{380A1CA6-D496-43EA-8E07-B6A29CDB6A18}" srcOrd="9" destOrd="0" presId="urn:microsoft.com/office/officeart/2005/8/layout/list1"/>
    <dgm:cxn modelId="{CE6381F5-EAF1-44F7-994C-051E5E5A253B}" type="presParOf" srcId="{EA2D7450-4D3E-4847-AEBA-E791446EF9B0}" destId="{19BEE0C3-890F-436B-9EF4-BE10F63066CD}" srcOrd="10" destOrd="0" presId="urn:microsoft.com/office/officeart/2005/8/layout/list1"/>
    <dgm:cxn modelId="{F34C67F5-BFBA-4D3E-A563-29D6B1FA3E5F}" type="presParOf" srcId="{EA2D7450-4D3E-4847-AEBA-E791446EF9B0}" destId="{4A662C92-6917-4C4F-BCFB-85CC2D4E85FE}" srcOrd="11" destOrd="0" presId="urn:microsoft.com/office/officeart/2005/8/layout/list1"/>
    <dgm:cxn modelId="{26D14806-ABC2-4476-87DE-072A890F0D9B}" type="presParOf" srcId="{EA2D7450-4D3E-4847-AEBA-E791446EF9B0}" destId="{918011BD-3E24-416B-9DC8-563DC00CCA36}" srcOrd="12" destOrd="0" presId="urn:microsoft.com/office/officeart/2005/8/layout/list1"/>
    <dgm:cxn modelId="{F5536D3A-04D5-4AA5-9F77-04C79DB1DBA0}" type="presParOf" srcId="{918011BD-3E24-416B-9DC8-563DC00CCA36}" destId="{AF689183-C66A-4FD4-871E-217A63722EB2}" srcOrd="0" destOrd="0" presId="urn:microsoft.com/office/officeart/2005/8/layout/list1"/>
    <dgm:cxn modelId="{90E1208D-02D0-4F79-A9D8-5CA3D94555A6}" type="presParOf" srcId="{918011BD-3E24-416B-9DC8-563DC00CCA36}" destId="{C20D36B1-B5BA-4527-95C3-74373D493AF5}" srcOrd="1" destOrd="0" presId="urn:microsoft.com/office/officeart/2005/8/layout/list1"/>
    <dgm:cxn modelId="{1F6F5B23-2840-4F41-830F-1A0BCCC53CAF}" type="presParOf" srcId="{EA2D7450-4D3E-4847-AEBA-E791446EF9B0}" destId="{55E57E0B-7A41-466F-8E43-7BBD766911B3}" srcOrd="13" destOrd="0" presId="urn:microsoft.com/office/officeart/2005/8/layout/list1"/>
    <dgm:cxn modelId="{B1CC7C2E-02B6-4101-ADDF-DC5B579D3FE3}" type="presParOf" srcId="{EA2D7450-4D3E-4847-AEBA-E791446EF9B0}" destId="{87AFE6E6-5FAD-4E44-ABCE-2392460C2F5E}" srcOrd="14" destOrd="0" presId="urn:microsoft.com/office/officeart/2005/8/layout/list1"/>
    <dgm:cxn modelId="{A06AA4C5-90B7-4BA4-BEC1-897E5F56CDB9}" type="presParOf" srcId="{EA2D7450-4D3E-4847-AEBA-E791446EF9B0}" destId="{3B4FC28F-BF7E-4808-A4BD-5A020A2EBC21}" srcOrd="15" destOrd="0" presId="urn:microsoft.com/office/officeart/2005/8/layout/list1"/>
    <dgm:cxn modelId="{2F4EE758-01F7-452A-94C0-8AB8D6661FC0}" type="presParOf" srcId="{EA2D7450-4D3E-4847-AEBA-E791446EF9B0}" destId="{43B5329D-4FFC-4D42-A233-3AC334B0819E}" srcOrd="16" destOrd="0" presId="urn:microsoft.com/office/officeart/2005/8/layout/list1"/>
    <dgm:cxn modelId="{28DDC57B-36EA-4435-B6EF-554FE17EEA17}" type="presParOf" srcId="{43B5329D-4FFC-4D42-A233-3AC334B0819E}" destId="{E261005D-8A91-48D8-B936-6F442710813D}" srcOrd="0" destOrd="0" presId="urn:microsoft.com/office/officeart/2005/8/layout/list1"/>
    <dgm:cxn modelId="{909A4242-1D21-4B37-96C2-5C300D544F8F}" type="presParOf" srcId="{43B5329D-4FFC-4D42-A233-3AC334B0819E}" destId="{1499BE65-BC40-4209-A3CC-13F2C77B30FE}" srcOrd="1" destOrd="0" presId="urn:microsoft.com/office/officeart/2005/8/layout/list1"/>
    <dgm:cxn modelId="{523F91D3-5513-47AB-ACEA-D260010D7C69}" type="presParOf" srcId="{EA2D7450-4D3E-4847-AEBA-E791446EF9B0}" destId="{753CD6E7-0709-42B6-86C0-F91F27199C88}" srcOrd="17" destOrd="0" presId="urn:microsoft.com/office/officeart/2005/8/layout/list1"/>
    <dgm:cxn modelId="{D5D82C6D-CC51-4EE6-9DC2-CEF262C4F110}" type="presParOf" srcId="{EA2D7450-4D3E-4847-AEBA-E791446EF9B0}" destId="{FA57E5F6-263B-4641-9C21-674158645058}" srcOrd="18" destOrd="0" presId="urn:microsoft.com/office/officeart/2005/8/layout/list1"/>
    <dgm:cxn modelId="{96424042-C01F-478F-95FA-6C689463F248}" type="presParOf" srcId="{EA2D7450-4D3E-4847-AEBA-E791446EF9B0}" destId="{68FA4B28-5263-4AF5-82C8-302B1FA9EAF7}" srcOrd="19" destOrd="0" presId="urn:microsoft.com/office/officeart/2005/8/layout/list1"/>
    <dgm:cxn modelId="{8F237B49-15E5-49CF-A708-5219163CBDEC}" type="presParOf" srcId="{EA2D7450-4D3E-4847-AEBA-E791446EF9B0}" destId="{82D96FBC-5A70-47D5-9E4A-7A01CA1B0AB5}" srcOrd="20" destOrd="0" presId="urn:microsoft.com/office/officeart/2005/8/layout/list1"/>
    <dgm:cxn modelId="{FA492FAD-FF1D-4B99-8834-FB5C75ABC1AA}" type="presParOf" srcId="{82D96FBC-5A70-47D5-9E4A-7A01CA1B0AB5}" destId="{16BB6419-24E7-4DD3-BE15-F8EEFAFD6866}" srcOrd="0" destOrd="0" presId="urn:microsoft.com/office/officeart/2005/8/layout/list1"/>
    <dgm:cxn modelId="{F27D4AE7-83C9-4185-9A68-110685887C8F}" type="presParOf" srcId="{82D96FBC-5A70-47D5-9E4A-7A01CA1B0AB5}" destId="{92C20074-49AE-489B-8577-D7B6757CC178}" srcOrd="1" destOrd="0" presId="urn:microsoft.com/office/officeart/2005/8/layout/list1"/>
    <dgm:cxn modelId="{9B0B20AE-B96F-4A1B-B540-007655B0AC71}" type="presParOf" srcId="{EA2D7450-4D3E-4847-AEBA-E791446EF9B0}" destId="{8B69F65F-B268-4AA1-8D9F-D413AF48321E}" srcOrd="21" destOrd="0" presId="urn:microsoft.com/office/officeart/2005/8/layout/list1"/>
    <dgm:cxn modelId="{9159A485-60D2-4982-AF12-7E7C489C6BFD}" type="presParOf" srcId="{EA2D7450-4D3E-4847-AEBA-E791446EF9B0}" destId="{3ECE2253-2373-464B-A9FE-A4169EE0CA2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9ED6B4-20B3-40B7-8AE3-EBF90496B77E}" type="doc">
      <dgm:prSet loTypeId="urn:microsoft.com/office/officeart/2005/8/layout/hList7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424170E-5171-4621-BBB1-60238264A875}">
      <dgm:prSet phldrT="[Text]" phldr="0"/>
      <dgm:spPr/>
      <dgm:t>
        <a:bodyPr/>
        <a:lstStyle/>
        <a:p>
          <a:r>
            <a:rPr lang="en-IN" b="1" dirty="0"/>
            <a:t>FRONTEND</a:t>
          </a:r>
        </a:p>
      </dgm:t>
    </dgm:pt>
    <dgm:pt modelId="{75AFBDB0-7FCD-42AA-8391-66EAA2329C4A}" type="parTrans" cxnId="{043604F6-E0CD-426B-960C-15A0F332008E}">
      <dgm:prSet/>
      <dgm:spPr/>
      <dgm:t>
        <a:bodyPr/>
        <a:lstStyle/>
        <a:p>
          <a:endParaRPr lang="en-IN"/>
        </a:p>
      </dgm:t>
    </dgm:pt>
    <dgm:pt modelId="{4F8A31C8-655A-46FD-90F9-A61924013293}" type="sibTrans" cxnId="{043604F6-E0CD-426B-960C-15A0F332008E}">
      <dgm:prSet/>
      <dgm:spPr/>
      <dgm:t>
        <a:bodyPr/>
        <a:lstStyle/>
        <a:p>
          <a:endParaRPr lang="en-IN"/>
        </a:p>
      </dgm:t>
    </dgm:pt>
    <dgm:pt modelId="{01BA3FAD-4CD6-419F-9DD3-18DB9303661D}">
      <dgm:prSet phldrT="[Text]"/>
      <dgm:spPr/>
      <dgm:t>
        <a:bodyPr/>
        <a:lstStyle/>
        <a:p>
          <a:pPr>
            <a:buNone/>
          </a:pPr>
          <a:r>
            <a:rPr lang="en-IN" dirty="0" err="1"/>
            <a:t>Streamlit</a:t>
          </a:r>
          <a:r>
            <a:rPr lang="en-IN" dirty="0"/>
            <a:t> (interactive UI)</a:t>
          </a:r>
        </a:p>
      </dgm:t>
    </dgm:pt>
    <dgm:pt modelId="{67FABD7D-B634-4553-BC8B-E82ECB056719}" type="parTrans" cxnId="{CA4EB67D-8173-4A9B-9916-4B19A24ADA78}">
      <dgm:prSet/>
      <dgm:spPr/>
      <dgm:t>
        <a:bodyPr/>
        <a:lstStyle/>
        <a:p>
          <a:endParaRPr lang="en-IN"/>
        </a:p>
      </dgm:t>
    </dgm:pt>
    <dgm:pt modelId="{F2FB7C58-CD6C-454E-8E45-C6589811D0E3}" type="sibTrans" cxnId="{CA4EB67D-8173-4A9B-9916-4B19A24ADA78}">
      <dgm:prSet/>
      <dgm:spPr/>
      <dgm:t>
        <a:bodyPr/>
        <a:lstStyle/>
        <a:p>
          <a:endParaRPr lang="en-IN"/>
        </a:p>
      </dgm:t>
    </dgm:pt>
    <dgm:pt modelId="{83D7C113-3CBE-4C48-9BD5-E63E3CA9ACE8}">
      <dgm:prSet phldrT="[Text]"/>
      <dgm:spPr/>
      <dgm:t>
        <a:bodyPr/>
        <a:lstStyle/>
        <a:p>
          <a:pPr>
            <a:buNone/>
          </a:pPr>
          <a:endParaRPr lang="en-IN" dirty="0"/>
        </a:p>
      </dgm:t>
    </dgm:pt>
    <dgm:pt modelId="{514F5778-82E3-44FA-B5B9-A8CC934B462E}" type="parTrans" cxnId="{20ED96CD-9397-4236-A390-F72C0B7A46D2}">
      <dgm:prSet/>
      <dgm:spPr/>
      <dgm:t>
        <a:bodyPr/>
        <a:lstStyle/>
        <a:p>
          <a:endParaRPr lang="en-IN"/>
        </a:p>
      </dgm:t>
    </dgm:pt>
    <dgm:pt modelId="{52DB304B-F4D2-47C1-9D58-0A88549E2734}" type="sibTrans" cxnId="{20ED96CD-9397-4236-A390-F72C0B7A46D2}">
      <dgm:prSet/>
      <dgm:spPr/>
      <dgm:t>
        <a:bodyPr/>
        <a:lstStyle/>
        <a:p>
          <a:endParaRPr lang="en-IN"/>
        </a:p>
      </dgm:t>
    </dgm:pt>
    <dgm:pt modelId="{9BECA5A1-1600-45FF-9831-33D688615DF7}">
      <dgm:prSet phldrT="[Text]" phldr="0"/>
      <dgm:spPr/>
      <dgm:t>
        <a:bodyPr/>
        <a:lstStyle/>
        <a:p>
          <a:r>
            <a:rPr lang="en-IN" b="1" dirty="0"/>
            <a:t>BACKEND</a:t>
          </a:r>
        </a:p>
      </dgm:t>
    </dgm:pt>
    <dgm:pt modelId="{F98EB0DE-42F7-4A4E-8B08-7BFC98C845D2}" type="parTrans" cxnId="{5E113D96-580E-461D-8829-24ED3AE3AD79}">
      <dgm:prSet/>
      <dgm:spPr/>
      <dgm:t>
        <a:bodyPr/>
        <a:lstStyle/>
        <a:p>
          <a:endParaRPr lang="en-IN"/>
        </a:p>
      </dgm:t>
    </dgm:pt>
    <dgm:pt modelId="{2D72FA4F-3C1D-4835-8C18-EC1632B4E26B}" type="sibTrans" cxnId="{5E113D96-580E-461D-8829-24ED3AE3AD79}">
      <dgm:prSet/>
      <dgm:spPr/>
      <dgm:t>
        <a:bodyPr/>
        <a:lstStyle/>
        <a:p>
          <a:endParaRPr lang="en-IN"/>
        </a:p>
      </dgm:t>
    </dgm:pt>
    <dgm:pt modelId="{3662AB40-407F-4266-A6BF-65BA1801B8FD}">
      <dgm:prSet phldrT="[Text]"/>
      <dgm:spPr/>
      <dgm:t>
        <a:bodyPr/>
        <a:lstStyle/>
        <a:p>
          <a:pPr>
            <a:buNone/>
          </a:pPr>
          <a:r>
            <a:rPr lang="en-IN" dirty="0" err="1"/>
            <a:t>FastAPI</a:t>
          </a:r>
          <a:r>
            <a:rPr lang="en-IN" dirty="0"/>
            <a:t> + </a:t>
          </a:r>
          <a:r>
            <a:rPr lang="en-IN" dirty="0" err="1"/>
            <a:t>Uvicorn</a:t>
          </a:r>
          <a:r>
            <a:rPr lang="en-IN" dirty="0"/>
            <a:t> (REST API &amp; server)</a:t>
          </a:r>
        </a:p>
      </dgm:t>
    </dgm:pt>
    <dgm:pt modelId="{F7341AB0-7996-4FFC-878E-9FC3B8044AE4}" type="parTrans" cxnId="{D299D324-1E20-4CE0-B132-DB0B7A680E1E}">
      <dgm:prSet/>
      <dgm:spPr/>
      <dgm:t>
        <a:bodyPr/>
        <a:lstStyle/>
        <a:p>
          <a:endParaRPr lang="en-IN"/>
        </a:p>
      </dgm:t>
    </dgm:pt>
    <dgm:pt modelId="{C285DD42-0FD7-45E8-938D-1A5042289A6E}" type="sibTrans" cxnId="{D299D324-1E20-4CE0-B132-DB0B7A680E1E}">
      <dgm:prSet/>
      <dgm:spPr/>
      <dgm:t>
        <a:bodyPr/>
        <a:lstStyle/>
        <a:p>
          <a:endParaRPr lang="en-IN"/>
        </a:p>
      </dgm:t>
    </dgm:pt>
    <dgm:pt modelId="{53C1EC05-ED60-49BE-B541-F32B6D88D292}">
      <dgm:prSet phldrT="[Text]"/>
      <dgm:spPr/>
      <dgm:t>
        <a:bodyPr/>
        <a:lstStyle/>
        <a:p>
          <a:pPr>
            <a:buNone/>
          </a:pPr>
          <a:endParaRPr lang="en-IN" dirty="0"/>
        </a:p>
      </dgm:t>
    </dgm:pt>
    <dgm:pt modelId="{486F6B6A-5A19-4105-BE23-7269D56CE7F0}" type="parTrans" cxnId="{3549E33A-6114-4206-92E5-64CF690EC8F6}">
      <dgm:prSet/>
      <dgm:spPr/>
      <dgm:t>
        <a:bodyPr/>
        <a:lstStyle/>
        <a:p>
          <a:endParaRPr lang="en-IN"/>
        </a:p>
      </dgm:t>
    </dgm:pt>
    <dgm:pt modelId="{73A4C096-B600-472F-BAAD-53C9BB64E1E5}" type="sibTrans" cxnId="{3549E33A-6114-4206-92E5-64CF690EC8F6}">
      <dgm:prSet/>
      <dgm:spPr/>
      <dgm:t>
        <a:bodyPr/>
        <a:lstStyle/>
        <a:p>
          <a:endParaRPr lang="en-IN"/>
        </a:p>
      </dgm:t>
    </dgm:pt>
    <dgm:pt modelId="{0993EB73-72B6-47EE-828D-D782F3B0F19E}">
      <dgm:prSet phldrT="[Text]" phldr="0"/>
      <dgm:spPr/>
      <dgm:t>
        <a:bodyPr/>
        <a:lstStyle/>
        <a:p>
          <a:r>
            <a:rPr lang="en-IN" b="1" dirty="0"/>
            <a:t>AI AGENTS</a:t>
          </a:r>
        </a:p>
      </dgm:t>
    </dgm:pt>
    <dgm:pt modelId="{22860A47-4CC7-4595-BC7D-29A4F3E87DB4}" type="parTrans" cxnId="{D8D6250F-5FE6-456D-B336-7ECEDC97BA87}">
      <dgm:prSet/>
      <dgm:spPr/>
      <dgm:t>
        <a:bodyPr/>
        <a:lstStyle/>
        <a:p>
          <a:endParaRPr lang="en-IN"/>
        </a:p>
      </dgm:t>
    </dgm:pt>
    <dgm:pt modelId="{F7D9B626-EAA6-49E5-9716-E6F87194E479}" type="sibTrans" cxnId="{D8D6250F-5FE6-456D-B336-7ECEDC97BA87}">
      <dgm:prSet/>
      <dgm:spPr/>
      <dgm:t>
        <a:bodyPr/>
        <a:lstStyle/>
        <a:p>
          <a:endParaRPr lang="en-IN"/>
        </a:p>
      </dgm:t>
    </dgm:pt>
    <dgm:pt modelId="{97FCBDE1-D53A-47CC-A461-8E023D452A74}">
      <dgm:prSet phldrT="[Text]"/>
      <dgm:spPr/>
      <dgm:t>
        <a:bodyPr/>
        <a:lstStyle/>
        <a:p>
          <a:pPr>
            <a:buNone/>
          </a:pPr>
          <a:r>
            <a:rPr lang="en-US"/>
            <a:t>Anthropic (LLM for reasoning &amp; analysis)</a:t>
          </a:r>
          <a:endParaRPr lang="en-IN" dirty="0"/>
        </a:p>
      </dgm:t>
    </dgm:pt>
    <dgm:pt modelId="{C3C9D0C5-5C0F-48C9-BA70-3DA177EB8872}" type="parTrans" cxnId="{CEC8D5D8-7A49-4FDD-A7D2-B8AEA65BCBA0}">
      <dgm:prSet/>
      <dgm:spPr/>
      <dgm:t>
        <a:bodyPr/>
        <a:lstStyle/>
        <a:p>
          <a:endParaRPr lang="en-IN"/>
        </a:p>
      </dgm:t>
    </dgm:pt>
    <dgm:pt modelId="{D1E92942-AB6B-40D0-99BB-67A2B60A511E}" type="sibTrans" cxnId="{CEC8D5D8-7A49-4FDD-A7D2-B8AEA65BCBA0}">
      <dgm:prSet/>
      <dgm:spPr/>
      <dgm:t>
        <a:bodyPr/>
        <a:lstStyle/>
        <a:p>
          <a:endParaRPr lang="en-IN"/>
        </a:p>
      </dgm:t>
    </dgm:pt>
    <dgm:pt modelId="{58ECC954-D5E9-4D90-ABFE-68E32D42553B}">
      <dgm:prSet phldrT="[Text]" phldr="0"/>
      <dgm:spPr/>
      <dgm:t>
        <a:bodyPr/>
        <a:lstStyle/>
        <a:p>
          <a:r>
            <a:rPr lang="en-IN" b="1" dirty="0"/>
            <a:t>DATA &amp; RETRIEVAL</a:t>
          </a:r>
        </a:p>
      </dgm:t>
    </dgm:pt>
    <dgm:pt modelId="{6505E8E8-C3A3-4749-97E0-8EF59DD306E6}" type="parTrans" cxnId="{017069CC-D5A0-4A89-A7C5-F714224E82C5}">
      <dgm:prSet/>
      <dgm:spPr/>
      <dgm:t>
        <a:bodyPr/>
        <a:lstStyle/>
        <a:p>
          <a:endParaRPr lang="en-IN"/>
        </a:p>
      </dgm:t>
    </dgm:pt>
    <dgm:pt modelId="{DE70BCED-C662-44F0-BD98-D4BE07ACDF26}" type="sibTrans" cxnId="{017069CC-D5A0-4A89-A7C5-F714224E82C5}">
      <dgm:prSet/>
      <dgm:spPr/>
      <dgm:t>
        <a:bodyPr/>
        <a:lstStyle/>
        <a:p>
          <a:endParaRPr lang="en-IN"/>
        </a:p>
      </dgm:t>
    </dgm:pt>
    <dgm:pt modelId="{A0F0820B-74EF-4FBF-AAE2-5AEEACA1C4F7}">
      <dgm:prSet phldrT="[Text]" phldr="0"/>
      <dgm:spPr/>
      <dgm:t>
        <a:bodyPr/>
        <a:lstStyle/>
        <a:p>
          <a:r>
            <a:rPr lang="en-IN" dirty="0"/>
            <a:t>DEPLOYMENT &amp; TOOLS</a:t>
          </a:r>
        </a:p>
      </dgm:t>
    </dgm:pt>
    <dgm:pt modelId="{7D9C8A63-BDBF-43FE-ACB6-71FF8D000D8E}" type="parTrans" cxnId="{3D1CB8B5-9110-4160-BACA-0CC472FF3C71}">
      <dgm:prSet/>
      <dgm:spPr/>
      <dgm:t>
        <a:bodyPr/>
        <a:lstStyle/>
        <a:p>
          <a:endParaRPr lang="en-IN"/>
        </a:p>
      </dgm:t>
    </dgm:pt>
    <dgm:pt modelId="{A74894CF-6E7B-4CE7-AE14-409D3E45249D}" type="sibTrans" cxnId="{3D1CB8B5-9110-4160-BACA-0CC472FF3C71}">
      <dgm:prSet/>
      <dgm:spPr/>
      <dgm:t>
        <a:bodyPr/>
        <a:lstStyle/>
        <a:p>
          <a:endParaRPr lang="en-IN"/>
        </a:p>
      </dgm:t>
    </dgm:pt>
    <dgm:pt modelId="{A422DD22-0C02-407A-AFA5-16FA30B02636}">
      <dgm:prSet/>
      <dgm:spPr/>
      <dgm:t>
        <a:bodyPr/>
        <a:lstStyle/>
        <a:p>
          <a:pPr>
            <a:buNone/>
          </a:pPr>
          <a:endParaRPr lang="en-IN" dirty="0"/>
        </a:p>
      </dgm:t>
    </dgm:pt>
    <dgm:pt modelId="{08FEFAE2-C0A7-4AE1-B52A-555DC8A4A813}" type="parTrans" cxnId="{9704A598-656D-4EF6-B54F-1952ED988C3E}">
      <dgm:prSet/>
      <dgm:spPr/>
      <dgm:t>
        <a:bodyPr/>
        <a:lstStyle/>
        <a:p>
          <a:endParaRPr lang="en-IN"/>
        </a:p>
      </dgm:t>
    </dgm:pt>
    <dgm:pt modelId="{49166E00-4019-4968-A2EC-AC7D3ABA1905}" type="sibTrans" cxnId="{9704A598-656D-4EF6-B54F-1952ED988C3E}">
      <dgm:prSet/>
      <dgm:spPr/>
      <dgm:t>
        <a:bodyPr/>
        <a:lstStyle/>
        <a:p>
          <a:endParaRPr lang="en-IN"/>
        </a:p>
      </dgm:t>
    </dgm:pt>
    <dgm:pt modelId="{37180114-830D-4A00-8602-29A29E9CF189}">
      <dgm:prSet/>
      <dgm:spPr/>
      <dgm:t>
        <a:bodyPr/>
        <a:lstStyle/>
        <a:p>
          <a:pPr>
            <a:buNone/>
          </a:pPr>
          <a:r>
            <a:rPr lang="en-IN" dirty="0" err="1"/>
            <a:t>ChromaDB</a:t>
          </a:r>
          <a:r>
            <a:rPr lang="en-IN" dirty="0"/>
            <a:t> (vector database)</a:t>
          </a:r>
        </a:p>
      </dgm:t>
    </dgm:pt>
    <dgm:pt modelId="{FD6669C3-081B-4BD5-B5F8-DF93646A462A}" type="parTrans" cxnId="{F583D3F3-1CE5-469B-A3FC-79211D19E839}">
      <dgm:prSet/>
      <dgm:spPr/>
      <dgm:t>
        <a:bodyPr/>
        <a:lstStyle/>
        <a:p>
          <a:endParaRPr lang="en-IN"/>
        </a:p>
      </dgm:t>
    </dgm:pt>
    <dgm:pt modelId="{AD896074-A90A-4D40-98CC-5006DEBA61DC}" type="sibTrans" cxnId="{F583D3F3-1CE5-469B-A3FC-79211D19E839}">
      <dgm:prSet/>
      <dgm:spPr/>
      <dgm:t>
        <a:bodyPr/>
        <a:lstStyle/>
        <a:p>
          <a:endParaRPr lang="en-IN"/>
        </a:p>
      </dgm:t>
    </dgm:pt>
    <dgm:pt modelId="{5665157C-87AA-470B-A344-F3F28ACDE827}">
      <dgm:prSet/>
      <dgm:spPr/>
      <dgm:t>
        <a:bodyPr/>
        <a:lstStyle/>
        <a:p>
          <a:pPr>
            <a:buNone/>
          </a:pPr>
          <a:endParaRPr lang="en-IN" dirty="0"/>
        </a:p>
      </dgm:t>
    </dgm:pt>
    <dgm:pt modelId="{80C968F9-260E-40C4-B82A-2CAB043ED3F1}" type="parTrans" cxnId="{C0511FA0-4E5D-4F05-BFED-FB8AEA3A5C96}">
      <dgm:prSet/>
      <dgm:spPr/>
      <dgm:t>
        <a:bodyPr/>
        <a:lstStyle/>
        <a:p>
          <a:endParaRPr lang="en-IN"/>
        </a:p>
      </dgm:t>
    </dgm:pt>
    <dgm:pt modelId="{ECB80216-2185-4235-A9E9-587DEE349F36}" type="sibTrans" cxnId="{C0511FA0-4E5D-4F05-BFED-FB8AEA3A5C96}">
      <dgm:prSet/>
      <dgm:spPr/>
      <dgm:t>
        <a:bodyPr/>
        <a:lstStyle/>
        <a:p>
          <a:endParaRPr lang="en-IN"/>
        </a:p>
      </dgm:t>
    </dgm:pt>
    <dgm:pt modelId="{6EA5C587-5F63-4230-87AA-56B714487D0E}">
      <dgm:prSet/>
      <dgm:spPr/>
      <dgm:t>
        <a:bodyPr/>
        <a:lstStyle/>
        <a:p>
          <a:pPr>
            <a:buNone/>
          </a:pPr>
          <a:r>
            <a:rPr lang="en-IN" dirty="0"/>
            <a:t>Python (core language)</a:t>
          </a:r>
        </a:p>
      </dgm:t>
    </dgm:pt>
    <dgm:pt modelId="{67280868-4052-404B-9F23-8D7DE6862D1A}" type="parTrans" cxnId="{73325A51-CC83-47A9-86E4-B36D20075164}">
      <dgm:prSet/>
      <dgm:spPr/>
      <dgm:t>
        <a:bodyPr/>
        <a:lstStyle/>
        <a:p>
          <a:endParaRPr lang="en-IN"/>
        </a:p>
      </dgm:t>
    </dgm:pt>
    <dgm:pt modelId="{62F161A5-3581-47E8-AE77-B4FA9627D716}" type="sibTrans" cxnId="{73325A51-CC83-47A9-86E4-B36D20075164}">
      <dgm:prSet/>
      <dgm:spPr/>
      <dgm:t>
        <a:bodyPr/>
        <a:lstStyle/>
        <a:p>
          <a:endParaRPr lang="en-IN"/>
        </a:p>
      </dgm:t>
    </dgm:pt>
    <dgm:pt modelId="{93813464-1854-4C82-9D78-BAB6380F445E}">
      <dgm:prSet/>
      <dgm:spPr/>
      <dgm:t>
        <a:bodyPr/>
        <a:lstStyle/>
        <a:p>
          <a:pPr>
            <a:buNone/>
          </a:pPr>
          <a:endParaRPr lang="en-IN" dirty="0"/>
        </a:p>
      </dgm:t>
    </dgm:pt>
    <dgm:pt modelId="{08B65C05-BB4F-48BA-BD02-50EB22AF2CC0}" type="parTrans" cxnId="{405FA8C0-73F2-4621-9EED-0964720F6E92}">
      <dgm:prSet/>
      <dgm:spPr/>
      <dgm:t>
        <a:bodyPr/>
        <a:lstStyle/>
        <a:p>
          <a:endParaRPr lang="en-IN"/>
        </a:p>
      </dgm:t>
    </dgm:pt>
    <dgm:pt modelId="{3E55C955-B846-4082-BA69-F9565CF8722E}" type="sibTrans" cxnId="{405FA8C0-73F2-4621-9EED-0964720F6E92}">
      <dgm:prSet/>
      <dgm:spPr/>
      <dgm:t>
        <a:bodyPr/>
        <a:lstStyle/>
        <a:p>
          <a:endParaRPr lang="en-IN"/>
        </a:p>
      </dgm:t>
    </dgm:pt>
    <dgm:pt modelId="{8EC9444F-37E1-4DE4-8CA9-DAE9249E651D}">
      <dgm:prSet phldrT="[Text]"/>
      <dgm:spPr/>
      <dgm:t>
        <a:bodyPr/>
        <a:lstStyle/>
        <a:p>
          <a:pPr>
            <a:buNone/>
          </a:pPr>
          <a:r>
            <a:rPr lang="en-US" dirty="0"/>
            <a:t>HTML/CSS + Plotly (design &amp; visualizations)</a:t>
          </a:r>
          <a:endParaRPr lang="en-IN" dirty="0"/>
        </a:p>
      </dgm:t>
    </dgm:pt>
    <dgm:pt modelId="{4F7463F7-77DF-40AA-9125-2F147C18DFCB}" type="parTrans" cxnId="{C39B83C2-13D0-4869-AADB-8FFE94D8631C}">
      <dgm:prSet/>
      <dgm:spPr/>
      <dgm:t>
        <a:bodyPr/>
        <a:lstStyle/>
        <a:p>
          <a:endParaRPr lang="en-IN"/>
        </a:p>
      </dgm:t>
    </dgm:pt>
    <dgm:pt modelId="{52F9DF29-8B9F-4573-9B4D-63B749E52EC3}" type="sibTrans" cxnId="{C39B83C2-13D0-4869-AADB-8FFE94D8631C}">
      <dgm:prSet/>
      <dgm:spPr/>
      <dgm:t>
        <a:bodyPr/>
        <a:lstStyle/>
        <a:p>
          <a:endParaRPr lang="en-IN"/>
        </a:p>
      </dgm:t>
    </dgm:pt>
    <dgm:pt modelId="{49750F1D-32EE-4D1B-84BC-ACBAC761F153}">
      <dgm:prSet phldrT="[Text]"/>
      <dgm:spPr/>
      <dgm:t>
        <a:bodyPr/>
        <a:lstStyle/>
        <a:p>
          <a:pPr>
            <a:buNone/>
          </a:pPr>
          <a:r>
            <a:rPr lang="en-IN" dirty="0" err="1"/>
            <a:t>LangChain</a:t>
          </a:r>
          <a:r>
            <a:rPr lang="en-IN" dirty="0"/>
            <a:t> &amp; </a:t>
          </a:r>
          <a:r>
            <a:rPr lang="en-IN" dirty="0" err="1"/>
            <a:t>LangGraph</a:t>
          </a:r>
          <a:r>
            <a:rPr lang="en-IN" dirty="0"/>
            <a:t> (agent workflows)</a:t>
          </a:r>
        </a:p>
      </dgm:t>
    </dgm:pt>
    <dgm:pt modelId="{5F98CEA3-98A7-4156-A953-DCF8EF97D3BD}" type="parTrans" cxnId="{E42BC994-E48A-4120-9A4F-7925E7DFD387}">
      <dgm:prSet/>
      <dgm:spPr/>
      <dgm:t>
        <a:bodyPr/>
        <a:lstStyle/>
        <a:p>
          <a:endParaRPr lang="en-IN"/>
        </a:p>
      </dgm:t>
    </dgm:pt>
    <dgm:pt modelId="{2DC2DA82-E810-4C68-9867-51E25BE8A87D}" type="sibTrans" cxnId="{E42BC994-E48A-4120-9A4F-7925E7DFD387}">
      <dgm:prSet/>
      <dgm:spPr/>
      <dgm:t>
        <a:bodyPr/>
        <a:lstStyle/>
        <a:p>
          <a:endParaRPr lang="en-IN"/>
        </a:p>
      </dgm:t>
    </dgm:pt>
    <dgm:pt modelId="{E62E102C-464C-4EC6-BEC3-AB679F59D8B6}">
      <dgm:prSet/>
      <dgm:spPr/>
      <dgm:t>
        <a:bodyPr/>
        <a:lstStyle/>
        <a:p>
          <a:pPr>
            <a:buNone/>
          </a:pPr>
          <a:r>
            <a:rPr lang="en-IN" dirty="0"/>
            <a:t>Multi-Agent System (Supervisor, Retriever, Classifier, Risk, Summariser)</a:t>
          </a:r>
        </a:p>
      </dgm:t>
    </dgm:pt>
    <dgm:pt modelId="{4F1AB3E5-74FF-485D-A7FA-38283544AF03}" type="parTrans" cxnId="{9E31C6A3-923E-4FC7-B9F0-45C4D2EF17F6}">
      <dgm:prSet/>
      <dgm:spPr/>
      <dgm:t>
        <a:bodyPr/>
        <a:lstStyle/>
        <a:p>
          <a:endParaRPr lang="en-IN"/>
        </a:p>
      </dgm:t>
    </dgm:pt>
    <dgm:pt modelId="{34031249-127B-4D72-A735-12B7B6FDD134}" type="sibTrans" cxnId="{9E31C6A3-923E-4FC7-B9F0-45C4D2EF17F6}">
      <dgm:prSet/>
      <dgm:spPr/>
      <dgm:t>
        <a:bodyPr/>
        <a:lstStyle/>
        <a:p>
          <a:endParaRPr lang="en-IN"/>
        </a:p>
      </dgm:t>
    </dgm:pt>
    <dgm:pt modelId="{3BDCD93E-E3E4-467A-9BDD-CF097975F737}">
      <dgm:prSet/>
      <dgm:spPr/>
      <dgm:t>
        <a:bodyPr/>
        <a:lstStyle/>
        <a:p>
          <a:pPr>
            <a:buNone/>
          </a:pPr>
          <a:r>
            <a:rPr lang="en-IN" dirty="0"/>
            <a:t>Sentence Transformers (</a:t>
          </a:r>
          <a:r>
            <a:rPr lang="en-IN" i="1" dirty="0"/>
            <a:t>all-MiniLM-L6-v2</a:t>
          </a:r>
          <a:r>
            <a:rPr lang="en-IN" dirty="0"/>
            <a:t>)</a:t>
          </a:r>
        </a:p>
      </dgm:t>
    </dgm:pt>
    <dgm:pt modelId="{F9BB6769-2121-4A44-8B97-5F473106A5A7}" type="parTrans" cxnId="{5DEB8B21-ABE5-4AC5-9222-EF8EE38FB2A7}">
      <dgm:prSet/>
      <dgm:spPr/>
      <dgm:t>
        <a:bodyPr/>
        <a:lstStyle/>
        <a:p>
          <a:endParaRPr lang="en-IN"/>
        </a:p>
      </dgm:t>
    </dgm:pt>
    <dgm:pt modelId="{60913181-8F60-47DD-B946-98CCCB095C60}" type="sibTrans" cxnId="{5DEB8B21-ABE5-4AC5-9222-EF8EE38FB2A7}">
      <dgm:prSet/>
      <dgm:spPr/>
      <dgm:t>
        <a:bodyPr/>
        <a:lstStyle/>
        <a:p>
          <a:endParaRPr lang="en-IN"/>
        </a:p>
      </dgm:t>
    </dgm:pt>
    <dgm:pt modelId="{ECEB414E-7AF1-4FC9-A84A-4071E5E85543}">
      <dgm:prSet/>
      <dgm:spPr/>
      <dgm:t>
        <a:bodyPr/>
        <a:lstStyle/>
        <a:p>
          <a:pPr>
            <a:buNone/>
          </a:pPr>
          <a:r>
            <a:rPr lang="en-IN" dirty="0" err="1"/>
            <a:t>Pytest</a:t>
          </a:r>
          <a:r>
            <a:rPr lang="en-IN" dirty="0"/>
            <a:t> + Logging (testing &amp; debugging)</a:t>
          </a:r>
        </a:p>
      </dgm:t>
    </dgm:pt>
    <dgm:pt modelId="{48E455B0-7F85-4FED-9F66-E09961CD54AA}" type="parTrans" cxnId="{CAD0E613-8E97-4DAE-82CF-A74377DC6EA4}">
      <dgm:prSet/>
      <dgm:spPr/>
      <dgm:t>
        <a:bodyPr/>
        <a:lstStyle/>
        <a:p>
          <a:endParaRPr lang="en-IN"/>
        </a:p>
      </dgm:t>
    </dgm:pt>
    <dgm:pt modelId="{982BE579-5721-4E2E-88D8-205905636E9D}" type="sibTrans" cxnId="{CAD0E613-8E97-4DAE-82CF-A74377DC6EA4}">
      <dgm:prSet/>
      <dgm:spPr/>
      <dgm:t>
        <a:bodyPr/>
        <a:lstStyle/>
        <a:p>
          <a:endParaRPr lang="en-IN"/>
        </a:p>
      </dgm:t>
    </dgm:pt>
    <dgm:pt modelId="{83218826-FCB1-43CF-82D3-B6FB9AD1A61C}" type="pres">
      <dgm:prSet presAssocID="{0C9ED6B4-20B3-40B7-8AE3-EBF90496B77E}" presName="Name0" presStyleCnt="0">
        <dgm:presLayoutVars>
          <dgm:dir/>
          <dgm:resizeHandles val="exact"/>
        </dgm:presLayoutVars>
      </dgm:prSet>
      <dgm:spPr/>
    </dgm:pt>
    <dgm:pt modelId="{F03E78C4-6EA6-497F-BAA5-8101B14B2F98}" type="pres">
      <dgm:prSet presAssocID="{0C9ED6B4-20B3-40B7-8AE3-EBF90496B77E}" presName="fgShape" presStyleLbl="fgShp" presStyleIdx="0" presStyleCnt="1"/>
      <dgm:spPr/>
    </dgm:pt>
    <dgm:pt modelId="{CCD5C414-393C-42C5-9F6A-4FD828AD7C21}" type="pres">
      <dgm:prSet presAssocID="{0C9ED6B4-20B3-40B7-8AE3-EBF90496B77E}" presName="linComp" presStyleCnt="0"/>
      <dgm:spPr/>
    </dgm:pt>
    <dgm:pt modelId="{C1158504-C166-4582-A83F-5282AB618BE4}" type="pres">
      <dgm:prSet presAssocID="{2424170E-5171-4621-BBB1-60238264A875}" presName="compNode" presStyleCnt="0"/>
      <dgm:spPr/>
    </dgm:pt>
    <dgm:pt modelId="{5F4748D5-181F-4698-905C-B10B47095E95}" type="pres">
      <dgm:prSet presAssocID="{2424170E-5171-4621-BBB1-60238264A875}" presName="bkgdShape" presStyleLbl="node1" presStyleIdx="0" presStyleCnt="5"/>
      <dgm:spPr/>
    </dgm:pt>
    <dgm:pt modelId="{EE2D5F84-4340-47C3-8FCD-FF5B6201DC81}" type="pres">
      <dgm:prSet presAssocID="{2424170E-5171-4621-BBB1-60238264A875}" presName="nodeTx" presStyleLbl="node1" presStyleIdx="0" presStyleCnt="5">
        <dgm:presLayoutVars>
          <dgm:bulletEnabled val="1"/>
        </dgm:presLayoutVars>
      </dgm:prSet>
      <dgm:spPr/>
    </dgm:pt>
    <dgm:pt modelId="{0703FCBF-6F39-47F9-BA49-937B9C8A5028}" type="pres">
      <dgm:prSet presAssocID="{2424170E-5171-4621-BBB1-60238264A875}" presName="invisiNode" presStyleLbl="node1" presStyleIdx="0" presStyleCnt="5"/>
      <dgm:spPr/>
    </dgm:pt>
    <dgm:pt modelId="{73CD7DD9-783F-49B5-B37C-CD8C7F266B14}" type="pres">
      <dgm:prSet presAssocID="{2424170E-5171-4621-BBB1-60238264A875}" presName="imagNode" presStyleLbl="fgImgPlac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 with solid fill"/>
        </a:ext>
      </dgm:extLst>
    </dgm:pt>
    <dgm:pt modelId="{BB93B03A-855D-4D53-ADAE-30DB7377FF3D}" type="pres">
      <dgm:prSet presAssocID="{4F8A31C8-655A-46FD-90F9-A61924013293}" presName="sibTrans" presStyleLbl="sibTrans2D1" presStyleIdx="0" presStyleCnt="0"/>
      <dgm:spPr/>
    </dgm:pt>
    <dgm:pt modelId="{1FF2F4C8-8389-4B39-A11C-93D47B54E323}" type="pres">
      <dgm:prSet presAssocID="{9BECA5A1-1600-45FF-9831-33D688615DF7}" presName="compNode" presStyleCnt="0"/>
      <dgm:spPr/>
    </dgm:pt>
    <dgm:pt modelId="{90170D69-1043-4F4B-B4DE-41D090F88EEC}" type="pres">
      <dgm:prSet presAssocID="{9BECA5A1-1600-45FF-9831-33D688615DF7}" presName="bkgdShape" presStyleLbl="node1" presStyleIdx="1" presStyleCnt="5"/>
      <dgm:spPr/>
    </dgm:pt>
    <dgm:pt modelId="{6075BB35-5451-46D1-BF79-ADAB8B01CD4F}" type="pres">
      <dgm:prSet presAssocID="{9BECA5A1-1600-45FF-9831-33D688615DF7}" presName="nodeTx" presStyleLbl="node1" presStyleIdx="1" presStyleCnt="5">
        <dgm:presLayoutVars>
          <dgm:bulletEnabled val="1"/>
        </dgm:presLayoutVars>
      </dgm:prSet>
      <dgm:spPr/>
    </dgm:pt>
    <dgm:pt modelId="{80B728B7-6DD2-4D4C-9F6A-2FF0E349D724}" type="pres">
      <dgm:prSet presAssocID="{9BECA5A1-1600-45FF-9831-33D688615DF7}" presName="invisiNode" presStyleLbl="node1" presStyleIdx="1" presStyleCnt="5"/>
      <dgm:spPr/>
    </dgm:pt>
    <dgm:pt modelId="{FD3A6242-1750-4258-A276-B768D2E599BF}" type="pres">
      <dgm:prSet presAssocID="{9BECA5A1-1600-45FF-9831-33D688615DF7}" presName="imagNode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 with solid fill"/>
        </a:ext>
      </dgm:extLst>
    </dgm:pt>
    <dgm:pt modelId="{99DF9B15-D451-4E6E-8A84-5ACAB369AD98}" type="pres">
      <dgm:prSet presAssocID="{2D72FA4F-3C1D-4835-8C18-EC1632B4E26B}" presName="sibTrans" presStyleLbl="sibTrans2D1" presStyleIdx="0" presStyleCnt="0"/>
      <dgm:spPr/>
    </dgm:pt>
    <dgm:pt modelId="{0D6A8D5C-164C-4096-87EC-0DE5C9977291}" type="pres">
      <dgm:prSet presAssocID="{0993EB73-72B6-47EE-828D-D782F3B0F19E}" presName="compNode" presStyleCnt="0"/>
      <dgm:spPr/>
    </dgm:pt>
    <dgm:pt modelId="{7D7D690E-A851-4D38-88BB-ABBAB505C3D1}" type="pres">
      <dgm:prSet presAssocID="{0993EB73-72B6-47EE-828D-D782F3B0F19E}" presName="bkgdShape" presStyleLbl="node1" presStyleIdx="2" presStyleCnt="5"/>
      <dgm:spPr/>
    </dgm:pt>
    <dgm:pt modelId="{F0314545-DF02-4FF3-B2FC-E851BA5B89A4}" type="pres">
      <dgm:prSet presAssocID="{0993EB73-72B6-47EE-828D-D782F3B0F19E}" presName="nodeTx" presStyleLbl="node1" presStyleIdx="2" presStyleCnt="5">
        <dgm:presLayoutVars>
          <dgm:bulletEnabled val="1"/>
        </dgm:presLayoutVars>
      </dgm:prSet>
      <dgm:spPr/>
    </dgm:pt>
    <dgm:pt modelId="{DA2DC555-AC6C-46B0-B04E-FC37150E45F3}" type="pres">
      <dgm:prSet presAssocID="{0993EB73-72B6-47EE-828D-D782F3B0F19E}" presName="invisiNode" presStyleLbl="node1" presStyleIdx="2" presStyleCnt="5"/>
      <dgm:spPr/>
    </dgm:pt>
    <dgm:pt modelId="{4AE6DFCE-5C5A-4969-B72B-DFBE25F1B017}" type="pres">
      <dgm:prSet presAssocID="{0993EB73-72B6-47EE-828D-D782F3B0F19E}" presName="imagNode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 with solid fill"/>
        </a:ext>
      </dgm:extLst>
    </dgm:pt>
    <dgm:pt modelId="{BFFAA0FE-C3DB-418F-934F-A86DC647B8DE}" type="pres">
      <dgm:prSet presAssocID="{F7D9B626-EAA6-49E5-9716-E6F87194E479}" presName="sibTrans" presStyleLbl="sibTrans2D1" presStyleIdx="0" presStyleCnt="0"/>
      <dgm:spPr/>
    </dgm:pt>
    <dgm:pt modelId="{AD6DEAC5-C03A-400D-B794-1F52BE4E4237}" type="pres">
      <dgm:prSet presAssocID="{58ECC954-D5E9-4D90-ABFE-68E32D42553B}" presName="compNode" presStyleCnt="0"/>
      <dgm:spPr/>
    </dgm:pt>
    <dgm:pt modelId="{E70B259C-48BF-4779-A677-01F65F0C8953}" type="pres">
      <dgm:prSet presAssocID="{58ECC954-D5E9-4D90-ABFE-68E32D42553B}" presName="bkgdShape" presStyleLbl="node1" presStyleIdx="3" presStyleCnt="5"/>
      <dgm:spPr/>
    </dgm:pt>
    <dgm:pt modelId="{62B7AA65-8C86-4086-B5D6-FDF1A5A7F223}" type="pres">
      <dgm:prSet presAssocID="{58ECC954-D5E9-4D90-ABFE-68E32D42553B}" presName="nodeTx" presStyleLbl="node1" presStyleIdx="3" presStyleCnt="5">
        <dgm:presLayoutVars>
          <dgm:bulletEnabled val="1"/>
        </dgm:presLayoutVars>
      </dgm:prSet>
      <dgm:spPr/>
    </dgm:pt>
    <dgm:pt modelId="{438115A9-B3FF-466C-84FF-294EE93CD337}" type="pres">
      <dgm:prSet presAssocID="{58ECC954-D5E9-4D90-ABFE-68E32D42553B}" presName="invisiNode" presStyleLbl="node1" presStyleIdx="3" presStyleCnt="5"/>
      <dgm:spPr/>
    </dgm:pt>
    <dgm:pt modelId="{90A9ACAE-E2DE-4D1F-A276-5D9D4B490E02}" type="pres">
      <dgm:prSet presAssocID="{58ECC954-D5E9-4D90-ABFE-68E32D42553B}" presName="imagNode" presStyleLbl="f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EAC36652-9042-4405-B1B6-1DD2BC9B5E1D}" type="pres">
      <dgm:prSet presAssocID="{DE70BCED-C662-44F0-BD98-D4BE07ACDF26}" presName="sibTrans" presStyleLbl="sibTrans2D1" presStyleIdx="0" presStyleCnt="0"/>
      <dgm:spPr/>
    </dgm:pt>
    <dgm:pt modelId="{D45E0F2F-2F5C-4ED6-9FC0-484C07FECED8}" type="pres">
      <dgm:prSet presAssocID="{A0F0820B-74EF-4FBF-AAE2-5AEEACA1C4F7}" presName="compNode" presStyleCnt="0"/>
      <dgm:spPr/>
    </dgm:pt>
    <dgm:pt modelId="{551AB01A-866B-4620-9052-C5F1ED281791}" type="pres">
      <dgm:prSet presAssocID="{A0F0820B-74EF-4FBF-AAE2-5AEEACA1C4F7}" presName="bkgdShape" presStyleLbl="node1" presStyleIdx="4" presStyleCnt="5"/>
      <dgm:spPr/>
    </dgm:pt>
    <dgm:pt modelId="{4DA673BF-B967-4A0D-BF72-DA4962809C75}" type="pres">
      <dgm:prSet presAssocID="{A0F0820B-74EF-4FBF-AAE2-5AEEACA1C4F7}" presName="nodeTx" presStyleLbl="node1" presStyleIdx="4" presStyleCnt="5">
        <dgm:presLayoutVars>
          <dgm:bulletEnabled val="1"/>
        </dgm:presLayoutVars>
      </dgm:prSet>
      <dgm:spPr/>
    </dgm:pt>
    <dgm:pt modelId="{4DC287A0-F3F9-4BEF-9C7E-9F44EC5734E4}" type="pres">
      <dgm:prSet presAssocID="{A0F0820B-74EF-4FBF-AAE2-5AEEACA1C4F7}" presName="invisiNode" presStyleLbl="node1" presStyleIdx="4" presStyleCnt="5"/>
      <dgm:spPr/>
    </dgm:pt>
    <dgm:pt modelId="{55B5D1A7-4509-4EE1-B696-27FDFA158A64}" type="pres">
      <dgm:prSet presAssocID="{A0F0820B-74EF-4FBF-AAE2-5AEEACA1C4F7}" presName="imagNode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</dgm:ptLst>
  <dgm:cxnLst>
    <dgm:cxn modelId="{A9C8E102-958A-44CD-83F2-6657DD227773}" type="presOf" srcId="{01BA3FAD-4CD6-419F-9DD3-18DB9303661D}" destId="{5F4748D5-181F-4698-905C-B10B47095E95}" srcOrd="0" destOrd="1" presId="urn:microsoft.com/office/officeart/2005/8/layout/hList7"/>
    <dgm:cxn modelId="{D42AD806-8998-406D-A09D-E39629C84BE6}" type="presOf" srcId="{E62E102C-464C-4EC6-BEC3-AB679F59D8B6}" destId="{F0314545-DF02-4FF3-B2FC-E851BA5B89A4}" srcOrd="1" destOrd="3" presId="urn:microsoft.com/office/officeart/2005/8/layout/hList7"/>
    <dgm:cxn modelId="{C667320A-7D41-4B7F-BF5B-3D52DC588B1F}" type="presOf" srcId="{83D7C113-3CBE-4C48-9BD5-E63E3CA9ACE8}" destId="{EE2D5F84-4340-47C3-8FCD-FF5B6201DC81}" srcOrd="1" destOrd="2" presId="urn:microsoft.com/office/officeart/2005/8/layout/hList7"/>
    <dgm:cxn modelId="{BA5F670D-AC6E-44BC-A499-C0493BEE104B}" type="presOf" srcId="{6EA5C587-5F63-4230-87AA-56B714487D0E}" destId="{551AB01A-866B-4620-9052-C5F1ED281791}" srcOrd="0" destOrd="1" presId="urn:microsoft.com/office/officeart/2005/8/layout/hList7"/>
    <dgm:cxn modelId="{47E8B90E-79A9-4E79-8C2E-A337A958F071}" type="presOf" srcId="{49750F1D-32EE-4D1B-84BC-ACBAC761F153}" destId="{6075BB35-5451-46D1-BF79-ADAB8B01CD4F}" srcOrd="1" destOrd="3" presId="urn:microsoft.com/office/officeart/2005/8/layout/hList7"/>
    <dgm:cxn modelId="{D8D6250F-5FE6-456D-B336-7ECEDC97BA87}" srcId="{0C9ED6B4-20B3-40B7-8AE3-EBF90496B77E}" destId="{0993EB73-72B6-47EE-828D-D782F3B0F19E}" srcOrd="2" destOrd="0" parTransId="{22860A47-4CC7-4595-BC7D-29A4F3E87DB4}" sibTransId="{F7D9B626-EAA6-49E5-9716-E6F87194E479}"/>
    <dgm:cxn modelId="{CAD0E613-8E97-4DAE-82CF-A74377DC6EA4}" srcId="{A0F0820B-74EF-4FBF-AAE2-5AEEACA1C4F7}" destId="{ECEB414E-7AF1-4FC9-A84A-4071E5E85543}" srcOrd="2" destOrd="0" parTransId="{48E455B0-7F85-4FED-9F66-E09961CD54AA}" sibTransId="{982BE579-5721-4E2E-88D8-205905636E9D}"/>
    <dgm:cxn modelId="{DE64481E-94AC-4A3B-88BE-73B7CFE71BEE}" type="presOf" srcId="{8EC9444F-37E1-4DE4-8CA9-DAE9249E651D}" destId="{EE2D5F84-4340-47C3-8FCD-FF5B6201DC81}" srcOrd="1" destOrd="3" presId="urn:microsoft.com/office/officeart/2005/8/layout/hList7"/>
    <dgm:cxn modelId="{5DEB8B21-ABE5-4AC5-9222-EF8EE38FB2A7}" srcId="{58ECC954-D5E9-4D90-ABFE-68E32D42553B}" destId="{3BDCD93E-E3E4-467A-9BDD-CF097975F737}" srcOrd="2" destOrd="0" parTransId="{F9BB6769-2121-4A44-8B97-5F473106A5A7}" sibTransId="{60913181-8F60-47DD-B946-98CCCB095C60}"/>
    <dgm:cxn modelId="{D299D324-1E20-4CE0-B132-DB0B7A680E1E}" srcId="{9BECA5A1-1600-45FF-9831-33D688615DF7}" destId="{3662AB40-407F-4266-A6BF-65BA1801B8FD}" srcOrd="0" destOrd="0" parTransId="{F7341AB0-7996-4FFC-878E-9FC3B8044AE4}" sibTransId="{C285DD42-0FD7-45E8-938D-1A5042289A6E}"/>
    <dgm:cxn modelId="{ADE36F26-BEB3-4FD8-ABC0-9472B76DEB03}" type="presOf" srcId="{01BA3FAD-4CD6-419F-9DD3-18DB9303661D}" destId="{EE2D5F84-4340-47C3-8FCD-FF5B6201DC81}" srcOrd="1" destOrd="1" presId="urn:microsoft.com/office/officeart/2005/8/layout/hList7"/>
    <dgm:cxn modelId="{CF38842C-7B75-4820-935A-B0B1339DF841}" type="presOf" srcId="{2424170E-5171-4621-BBB1-60238264A875}" destId="{5F4748D5-181F-4698-905C-B10B47095E95}" srcOrd="0" destOrd="0" presId="urn:microsoft.com/office/officeart/2005/8/layout/hList7"/>
    <dgm:cxn modelId="{6017512E-515A-4529-AD7D-4661979ACAD3}" type="presOf" srcId="{49750F1D-32EE-4D1B-84BC-ACBAC761F153}" destId="{90170D69-1043-4F4B-B4DE-41D090F88EEC}" srcOrd="0" destOrd="3" presId="urn:microsoft.com/office/officeart/2005/8/layout/hList7"/>
    <dgm:cxn modelId="{407BD834-8756-4478-9AC1-33B8A4F1D25D}" type="presOf" srcId="{93813464-1854-4C82-9D78-BAB6380F445E}" destId="{551AB01A-866B-4620-9052-C5F1ED281791}" srcOrd="0" destOrd="2" presId="urn:microsoft.com/office/officeart/2005/8/layout/hList7"/>
    <dgm:cxn modelId="{3549E33A-6114-4206-92E5-64CF690EC8F6}" srcId="{9BECA5A1-1600-45FF-9831-33D688615DF7}" destId="{53C1EC05-ED60-49BE-B541-F32B6D88D292}" srcOrd="1" destOrd="0" parTransId="{486F6B6A-5A19-4105-BE23-7269D56CE7F0}" sibTransId="{73A4C096-B600-472F-BAAD-53C9BB64E1E5}"/>
    <dgm:cxn modelId="{4289A13C-96AA-49C0-87C2-DA0A6E151ED0}" type="presOf" srcId="{37180114-830D-4A00-8602-29A29E9CF189}" destId="{E70B259C-48BF-4779-A677-01F65F0C8953}" srcOrd="0" destOrd="1" presId="urn:microsoft.com/office/officeart/2005/8/layout/hList7"/>
    <dgm:cxn modelId="{C78BD73C-73F1-4D5F-A26D-31848AAE5CE5}" type="presOf" srcId="{4F8A31C8-655A-46FD-90F9-A61924013293}" destId="{BB93B03A-855D-4D53-ADAE-30DB7377FF3D}" srcOrd="0" destOrd="0" presId="urn:microsoft.com/office/officeart/2005/8/layout/hList7"/>
    <dgm:cxn modelId="{6A2B3E47-6C56-4374-B757-D0E9B59E3341}" type="presOf" srcId="{97FCBDE1-D53A-47CC-A461-8E023D452A74}" destId="{F0314545-DF02-4FF3-B2FC-E851BA5B89A4}" srcOrd="1" destOrd="1" presId="urn:microsoft.com/office/officeart/2005/8/layout/hList7"/>
    <dgm:cxn modelId="{82AC5249-A036-4A12-A77A-F4999AB21C4E}" type="presOf" srcId="{3662AB40-407F-4266-A6BF-65BA1801B8FD}" destId="{90170D69-1043-4F4B-B4DE-41D090F88EEC}" srcOrd="0" destOrd="1" presId="urn:microsoft.com/office/officeart/2005/8/layout/hList7"/>
    <dgm:cxn modelId="{F71DAB49-B2F0-475E-AC3E-B38A64DB6F01}" type="presOf" srcId="{9BECA5A1-1600-45FF-9831-33D688615DF7}" destId="{90170D69-1043-4F4B-B4DE-41D090F88EEC}" srcOrd="0" destOrd="0" presId="urn:microsoft.com/office/officeart/2005/8/layout/hList7"/>
    <dgm:cxn modelId="{BE69774C-317D-4505-B9D1-65EC423FA401}" type="presOf" srcId="{3BDCD93E-E3E4-467A-9BDD-CF097975F737}" destId="{62B7AA65-8C86-4086-B5D6-FDF1A5A7F223}" srcOrd="1" destOrd="3" presId="urn:microsoft.com/office/officeart/2005/8/layout/hList7"/>
    <dgm:cxn modelId="{CC4F5E4D-794D-4C1B-94CE-39F143973121}" type="presOf" srcId="{5665157C-87AA-470B-A344-F3F28ACDE827}" destId="{62B7AA65-8C86-4086-B5D6-FDF1A5A7F223}" srcOrd="1" destOrd="2" presId="urn:microsoft.com/office/officeart/2005/8/layout/hList7"/>
    <dgm:cxn modelId="{7889F24F-B646-4FA7-850F-37349C71358C}" type="presOf" srcId="{53C1EC05-ED60-49BE-B541-F32B6D88D292}" destId="{90170D69-1043-4F4B-B4DE-41D090F88EEC}" srcOrd="0" destOrd="2" presId="urn:microsoft.com/office/officeart/2005/8/layout/hList7"/>
    <dgm:cxn modelId="{5CC2FD4F-31E8-462A-A442-A079242BC539}" type="presOf" srcId="{58ECC954-D5E9-4D90-ABFE-68E32D42553B}" destId="{E70B259C-48BF-4779-A677-01F65F0C8953}" srcOrd="0" destOrd="0" presId="urn:microsoft.com/office/officeart/2005/8/layout/hList7"/>
    <dgm:cxn modelId="{AB1C6D50-9BCC-4766-B0D5-38B5F975C05E}" type="presOf" srcId="{37180114-830D-4A00-8602-29A29E9CF189}" destId="{62B7AA65-8C86-4086-B5D6-FDF1A5A7F223}" srcOrd="1" destOrd="1" presId="urn:microsoft.com/office/officeart/2005/8/layout/hList7"/>
    <dgm:cxn modelId="{9B9CA970-7190-4E41-8F7A-0EADA5B669B8}" type="presOf" srcId="{0C9ED6B4-20B3-40B7-8AE3-EBF90496B77E}" destId="{83218826-FCB1-43CF-82D3-B6FB9AD1A61C}" srcOrd="0" destOrd="0" presId="urn:microsoft.com/office/officeart/2005/8/layout/hList7"/>
    <dgm:cxn modelId="{73325A51-CC83-47A9-86E4-B36D20075164}" srcId="{A0F0820B-74EF-4FBF-AAE2-5AEEACA1C4F7}" destId="{6EA5C587-5F63-4230-87AA-56B714487D0E}" srcOrd="0" destOrd="0" parTransId="{67280868-4052-404B-9F23-8D7DE6862D1A}" sibTransId="{62F161A5-3581-47E8-AE77-B4FA9627D716}"/>
    <dgm:cxn modelId="{D5089D74-97BD-4CEA-9447-D946E240C433}" type="presOf" srcId="{5665157C-87AA-470B-A344-F3F28ACDE827}" destId="{E70B259C-48BF-4779-A677-01F65F0C8953}" srcOrd="0" destOrd="2" presId="urn:microsoft.com/office/officeart/2005/8/layout/hList7"/>
    <dgm:cxn modelId="{FE32EC5A-4521-4F10-B5BC-D4B63E02BD5E}" type="presOf" srcId="{E62E102C-464C-4EC6-BEC3-AB679F59D8B6}" destId="{7D7D690E-A851-4D38-88BB-ABBAB505C3D1}" srcOrd="0" destOrd="3" presId="urn:microsoft.com/office/officeart/2005/8/layout/hList7"/>
    <dgm:cxn modelId="{CA4EB67D-8173-4A9B-9916-4B19A24ADA78}" srcId="{2424170E-5171-4621-BBB1-60238264A875}" destId="{01BA3FAD-4CD6-419F-9DD3-18DB9303661D}" srcOrd="0" destOrd="0" parTransId="{67FABD7D-B634-4553-BC8B-E82ECB056719}" sibTransId="{F2FB7C58-CD6C-454E-8E45-C6589811D0E3}"/>
    <dgm:cxn modelId="{A159957E-F13B-47D5-BE34-E3CDF8E653B0}" type="presOf" srcId="{58ECC954-D5E9-4D90-ABFE-68E32D42553B}" destId="{62B7AA65-8C86-4086-B5D6-FDF1A5A7F223}" srcOrd="1" destOrd="0" presId="urn:microsoft.com/office/officeart/2005/8/layout/hList7"/>
    <dgm:cxn modelId="{0ACA318A-2DA2-4899-8641-3850826DD1EB}" type="presOf" srcId="{97FCBDE1-D53A-47CC-A461-8E023D452A74}" destId="{7D7D690E-A851-4D38-88BB-ABBAB505C3D1}" srcOrd="0" destOrd="1" presId="urn:microsoft.com/office/officeart/2005/8/layout/hList7"/>
    <dgm:cxn modelId="{E42BC994-E48A-4120-9A4F-7925E7DFD387}" srcId="{9BECA5A1-1600-45FF-9831-33D688615DF7}" destId="{49750F1D-32EE-4D1B-84BC-ACBAC761F153}" srcOrd="2" destOrd="0" parTransId="{5F98CEA3-98A7-4156-A953-DCF8EF97D3BD}" sibTransId="{2DC2DA82-E810-4C68-9867-51E25BE8A87D}"/>
    <dgm:cxn modelId="{5E113D96-580E-461D-8829-24ED3AE3AD79}" srcId="{0C9ED6B4-20B3-40B7-8AE3-EBF90496B77E}" destId="{9BECA5A1-1600-45FF-9831-33D688615DF7}" srcOrd="1" destOrd="0" parTransId="{F98EB0DE-42F7-4A4E-8B08-7BFC98C845D2}" sibTransId="{2D72FA4F-3C1D-4835-8C18-EC1632B4E26B}"/>
    <dgm:cxn modelId="{9704A598-656D-4EF6-B54F-1952ED988C3E}" srcId="{0993EB73-72B6-47EE-828D-D782F3B0F19E}" destId="{A422DD22-0C02-407A-AFA5-16FA30B02636}" srcOrd="1" destOrd="0" parTransId="{08FEFAE2-C0A7-4AE1-B52A-555DC8A4A813}" sibTransId="{49166E00-4019-4968-A2EC-AC7D3ABA1905}"/>
    <dgm:cxn modelId="{C0511FA0-4E5D-4F05-BFED-FB8AEA3A5C96}" srcId="{58ECC954-D5E9-4D90-ABFE-68E32D42553B}" destId="{5665157C-87AA-470B-A344-F3F28ACDE827}" srcOrd="1" destOrd="0" parTransId="{80C968F9-260E-40C4-B82A-2CAB043ED3F1}" sibTransId="{ECB80216-2185-4235-A9E9-587DEE349F36}"/>
    <dgm:cxn modelId="{9E31C6A3-923E-4FC7-B9F0-45C4D2EF17F6}" srcId="{0993EB73-72B6-47EE-828D-D782F3B0F19E}" destId="{E62E102C-464C-4EC6-BEC3-AB679F59D8B6}" srcOrd="2" destOrd="0" parTransId="{4F1AB3E5-74FF-485D-A7FA-38283544AF03}" sibTransId="{34031249-127B-4D72-A735-12B7B6FDD134}"/>
    <dgm:cxn modelId="{560F33A4-D38C-4955-A59A-E7BF67FDCF85}" type="presOf" srcId="{A422DD22-0C02-407A-AFA5-16FA30B02636}" destId="{F0314545-DF02-4FF3-B2FC-E851BA5B89A4}" srcOrd="1" destOrd="2" presId="urn:microsoft.com/office/officeart/2005/8/layout/hList7"/>
    <dgm:cxn modelId="{F987C5AA-476B-4984-8E2F-7E2C11C5C6B0}" type="presOf" srcId="{3662AB40-407F-4266-A6BF-65BA1801B8FD}" destId="{6075BB35-5451-46D1-BF79-ADAB8B01CD4F}" srcOrd="1" destOrd="1" presId="urn:microsoft.com/office/officeart/2005/8/layout/hList7"/>
    <dgm:cxn modelId="{3465BBAB-E08B-48E3-B2C2-397E9FC26B06}" type="presOf" srcId="{F7D9B626-EAA6-49E5-9716-E6F87194E479}" destId="{BFFAA0FE-C3DB-418F-934F-A86DC647B8DE}" srcOrd="0" destOrd="0" presId="urn:microsoft.com/office/officeart/2005/8/layout/hList7"/>
    <dgm:cxn modelId="{5A5764AD-F90C-45F2-A0F5-5D5EB6EC9A2E}" type="presOf" srcId="{3BDCD93E-E3E4-467A-9BDD-CF097975F737}" destId="{E70B259C-48BF-4779-A677-01F65F0C8953}" srcOrd="0" destOrd="3" presId="urn:microsoft.com/office/officeart/2005/8/layout/hList7"/>
    <dgm:cxn modelId="{DFF382AD-8907-4888-998D-A903D23360E9}" type="presOf" srcId="{0993EB73-72B6-47EE-828D-D782F3B0F19E}" destId="{F0314545-DF02-4FF3-B2FC-E851BA5B89A4}" srcOrd="1" destOrd="0" presId="urn:microsoft.com/office/officeart/2005/8/layout/hList7"/>
    <dgm:cxn modelId="{3D1CB8B5-9110-4160-BACA-0CC472FF3C71}" srcId="{0C9ED6B4-20B3-40B7-8AE3-EBF90496B77E}" destId="{A0F0820B-74EF-4FBF-AAE2-5AEEACA1C4F7}" srcOrd="4" destOrd="0" parTransId="{7D9C8A63-BDBF-43FE-ACB6-71FF8D000D8E}" sibTransId="{A74894CF-6E7B-4CE7-AE14-409D3E45249D}"/>
    <dgm:cxn modelId="{052DBCB5-A2D5-48CF-BFF1-F5E14E2FC68D}" type="presOf" srcId="{0993EB73-72B6-47EE-828D-D782F3B0F19E}" destId="{7D7D690E-A851-4D38-88BB-ABBAB505C3D1}" srcOrd="0" destOrd="0" presId="urn:microsoft.com/office/officeart/2005/8/layout/hList7"/>
    <dgm:cxn modelId="{092A27C0-2BD8-4D66-AEF9-9467DE8F711C}" type="presOf" srcId="{2D72FA4F-3C1D-4835-8C18-EC1632B4E26B}" destId="{99DF9B15-D451-4E6E-8A84-5ACAB369AD98}" srcOrd="0" destOrd="0" presId="urn:microsoft.com/office/officeart/2005/8/layout/hList7"/>
    <dgm:cxn modelId="{405FA8C0-73F2-4621-9EED-0964720F6E92}" srcId="{A0F0820B-74EF-4FBF-AAE2-5AEEACA1C4F7}" destId="{93813464-1854-4C82-9D78-BAB6380F445E}" srcOrd="1" destOrd="0" parTransId="{08B65C05-BB4F-48BA-BD02-50EB22AF2CC0}" sibTransId="{3E55C955-B846-4082-BA69-F9565CF8722E}"/>
    <dgm:cxn modelId="{C39B83C2-13D0-4869-AADB-8FFE94D8631C}" srcId="{2424170E-5171-4621-BBB1-60238264A875}" destId="{8EC9444F-37E1-4DE4-8CA9-DAE9249E651D}" srcOrd="2" destOrd="0" parTransId="{4F7463F7-77DF-40AA-9125-2F147C18DFCB}" sibTransId="{52F9DF29-8B9F-4573-9B4D-63B749E52EC3}"/>
    <dgm:cxn modelId="{6071E3C3-7604-41C0-A81D-14255D309A40}" type="presOf" srcId="{A422DD22-0C02-407A-AFA5-16FA30B02636}" destId="{7D7D690E-A851-4D38-88BB-ABBAB505C3D1}" srcOrd="0" destOrd="2" presId="urn:microsoft.com/office/officeart/2005/8/layout/hList7"/>
    <dgm:cxn modelId="{124B97C4-739A-4CC1-88A1-C1398DE81DA6}" type="presOf" srcId="{DE70BCED-C662-44F0-BD98-D4BE07ACDF26}" destId="{EAC36652-9042-4405-B1B6-1DD2BC9B5E1D}" srcOrd="0" destOrd="0" presId="urn:microsoft.com/office/officeart/2005/8/layout/hList7"/>
    <dgm:cxn modelId="{017069CC-D5A0-4A89-A7C5-F714224E82C5}" srcId="{0C9ED6B4-20B3-40B7-8AE3-EBF90496B77E}" destId="{58ECC954-D5E9-4D90-ABFE-68E32D42553B}" srcOrd="3" destOrd="0" parTransId="{6505E8E8-C3A3-4749-97E0-8EF59DD306E6}" sibTransId="{DE70BCED-C662-44F0-BD98-D4BE07ACDF26}"/>
    <dgm:cxn modelId="{20ED96CD-9397-4236-A390-F72C0B7A46D2}" srcId="{2424170E-5171-4621-BBB1-60238264A875}" destId="{83D7C113-3CBE-4C48-9BD5-E63E3CA9ACE8}" srcOrd="1" destOrd="0" parTransId="{514F5778-82E3-44FA-B5B9-A8CC934B462E}" sibTransId="{52DB304B-F4D2-47C1-9D58-0A88549E2734}"/>
    <dgm:cxn modelId="{D62481CE-E8F1-4539-90CB-1869C1F179DD}" type="presOf" srcId="{9BECA5A1-1600-45FF-9831-33D688615DF7}" destId="{6075BB35-5451-46D1-BF79-ADAB8B01CD4F}" srcOrd="1" destOrd="0" presId="urn:microsoft.com/office/officeart/2005/8/layout/hList7"/>
    <dgm:cxn modelId="{2716E3D1-C501-4DE2-8655-70B014CE9EF7}" type="presOf" srcId="{ECEB414E-7AF1-4FC9-A84A-4071E5E85543}" destId="{551AB01A-866B-4620-9052-C5F1ED281791}" srcOrd="0" destOrd="3" presId="urn:microsoft.com/office/officeart/2005/8/layout/hList7"/>
    <dgm:cxn modelId="{DB1DE6D1-A10D-4DE7-A195-B40BEBE15BD5}" type="presOf" srcId="{A0F0820B-74EF-4FBF-AAE2-5AEEACA1C4F7}" destId="{4DA673BF-B967-4A0D-BF72-DA4962809C75}" srcOrd="1" destOrd="0" presId="urn:microsoft.com/office/officeart/2005/8/layout/hList7"/>
    <dgm:cxn modelId="{CEC8D5D8-7A49-4FDD-A7D2-B8AEA65BCBA0}" srcId="{0993EB73-72B6-47EE-828D-D782F3B0F19E}" destId="{97FCBDE1-D53A-47CC-A461-8E023D452A74}" srcOrd="0" destOrd="0" parTransId="{C3C9D0C5-5C0F-48C9-BA70-3DA177EB8872}" sibTransId="{D1E92942-AB6B-40D0-99BB-67A2B60A511E}"/>
    <dgm:cxn modelId="{CEF3CBDF-B007-420D-8FF2-FDD2FAFDC010}" type="presOf" srcId="{A0F0820B-74EF-4FBF-AAE2-5AEEACA1C4F7}" destId="{551AB01A-866B-4620-9052-C5F1ED281791}" srcOrd="0" destOrd="0" presId="urn:microsoft.com/office/officeart/2005/8/layout/hList7"/>
    <dgm:cxn modelId="{94D3E2E0-F844-4845-B549-B644612ED326}" type="presOf" srcId="{53C1EC05-ED60-49BE-B541-F32B6D88D292}" destId="{6075BB35-5451-46D1-BF79-ADAB8B01CD4F}" srcOrd="1" destOrd="2" presId="urn:microsoft.com/office/officeart/2005/8/layout/hList7"/>
    <dgm:cxn modelId="{DBF241E4-7CF4-48F0-BEAF-397A9CFE0297}" type="presOf" srcId="{83D7C113-3CBE-4C48-9BD5-E63E3CA9ACE8}" destId="{5F4748D5-181F-4698-905C-B10B47095E95}" srcOrd="0" destOrd="2" presId="urn:microsoft.com/office/officeart/2005/8/layout/hList7"/>
    <dgm:cxn modelId="{ED1A44E6-832E-46EE-8E7C-23762459CF60}" type="presOf" srcId="{2424170E-5171-4621-BBB1-60238264A875}" destId="{EE2D5F84-4340-47C3-8FCD-FF5B6201DC81}" srcOrd="1" destOrd="0" presId="urn:microsoft.com/office/officeart/2005/8/layout/hList7"/>
    <dgm:cxn modelId="{756866E6-D87E-4C8A-A5E2-66A2E9D63258}" type="presOf" srcId="{8EC9444F-37E1-4DE4-8CA9-DAE9249E651D}" destId="{5F4748D5-181F-4698-905C-B10B47095E95}" srcOrd="0" destOrd="3" presId="urn:microsoft.com/office/officeart/2005/8/layout/hList7"/>
    <dgm:cxn modelId="{808050E6-E337-43B4-A64A-012E6A18AA69}" type="presOf" srcId="{ECEB414E-7AF1-4FC9-A84A-4071E5E85543}" destId="{4DA673BF-B967-4A0D-BF72-DA4962809C75}" srcOrd="1" destOrd="3" presId="urn:microsoft.com/office/officeart/2005/8/layout/hList7"/>
    <dgm:cxn modelId="{AA6994F2-4843-4AB5-B5DA-4971AB1C511A}" type="presOf" srcId="{6EA5C587-5F63-4230-87AA-56B714487D0E}" destId="{4DA673BF-B967-4A0D-BF72-DA4962809C75}" srcOrd="1" destOrd="1" presId="urn:microsoft.com/office/officeart/2005/8/layout/hList7"/>
    <dgm:cxn modelId="{F583D3F3-1CE5-469B-A3FC-79211D19E839}" srcId="{58ECC954-D5E9-4D90-ABFE-68E32D42553B}" destId="{37180114-830D-4A00-8602-29A29E9CF189}" srcOrd="0" destOrd="0" parTransId="{FD6669C3-081B-4BD5-B5F8-DF93646A462A}" sibTransId="{AD896074-A90A-4D40-98CC-5006DEBA61DC}"/>
    <dgm:cxn modelId="{043604F6-E0CD-426B-960C-15A0F332008E}" srcId="{0C9ED6B4-20B3-40B7-8AE3-EBF90496B77E}" destId="{2424170E-5171-4621-BBB1-60238264A875}" srcOrd="0" destOrd="0" parTransId="{75AFBDB0-7FCD-42AA-8391-66EAA2329C4A}" sibTransId="{4F8A31C8-655A-46FD-90F9-A61924013293}"/>
    <dgm:cxn modelId="{E8F11BFB-6486-4AA7-90BC-6D330F4B488D}" type="presOf" srcId="{93813464-1854-4C82-9D78-BAB6380F445E}" destId="{4DA673BF-B967-4A0D-BF72-DA4962809C75}" srcOrd="1" destOrd="2" presId="urn:microsoft.com/office/officeart/2005/8/layout/hList7"/>
    <dgm:cxn modelId="{45C78858-E09A-419C-BCC5-6B369D4FEF50}" type="presParOf" srcId="{83218826-FCB1-43CF-82D3-B6FB9AD1A61C}" destId="{F03E78C4-6EA6-497F-BAA5-8101B14B2F98}" srcOrd="0" destOrd="0" presId="urn:microsoft.com/office/officeart/2005/8/layout/hList7"/>
    <dgm:cxn modelId="{7CEE9DE8-047B-4D2C-99B7-6FBC3A77AFF7}" type="presParOf" srcId="{83218826-FCB1-43CF-82D3-B6FB9AD1A61C}" destId="{CCD5C414-393C-42C5-9F6A-4FD828AD7C21}" srcOrd="1" destOrd="0" presId="urn:microsoft.com/office/officeart/2005/8/layout/hList7"/>
    <dgm:cxn modelId="{3CAEEE01-8DED-45DF-A68E-E7FF440D5706}" type="presParOf" srcId="{CCD5C414-393C-42C5-9F6A-4FD828AD7C21}" destId="{C1158504-C166-4582-A83F-5282AB618BE4}" srcOrd="0" destOrd="0" presId="urn:microsoft.com/office/officeart/2005/8/layout/hList7"/>
    <dgm:cxn modelId="{791253E9-965D-4D01-9A40-30F41358EF6F}" type="presParOf" srcId="{C1158504-C166-4582-A83F-5282AB618BE4}" destId="{5F4748D5-181F-4698-905C-B10B47095E95}" srcOrd="0" destOrd="0" presId="urn:microsoft.com/office/officeart/2005/8/layout/hList7"/>
    <dgm:cxn modelId="{04261C35-C976-44AD-8845-054ED635350F}" type="presParOf" srcId="{C1158504-C166-4582-A83F-5282AB618BE4}" destId="{EE2D5F84-4340-47C3-8FCD-FF5B6201DC81}" srcOrd="1" destOrd="0" presId="urn:microsoft.com/office/officeart/2005/8/layout/hList7"/>
    <dgm:cxn modelId="{F7EC8122-E552-415B-ABA0-C371FECA52A2}" type="presParOf" srcId="{C1158504-C166-4582-A83F-5282AB618BE4}" destId="{0703FCBF-6F39-47F9-BA49-937B9C8A5028}" srcOrd="2" destOrd="0" presId="urn:microsoft.com/office/officeart/2005/8/layout/hList7"/>
    <dgm:cxn modelId="{DCF6532E-5D94-4463-96AC-952008B30A9C}" type="presParOf" srcId="{C1158504-C166-4582-A83F-5282AB618BE4}" destId="{73CD7DD9-783F-49B5-B37C-CD8C7F266B14}" srcOrd="3" destOrd="0" presId="urn:microsoft.com/office/officeart/2005/8/layout/hList7"/>
    <dgm:cxn modelId="{30ADEDC4-74A0-46CA-9B08-5E434C7432D0}" type="presParOf" srcId="{CCD5C414-393C-42C5-9F6A-4FD828AD7C21}" destId="{BB93B03A-855D-4D53-ADAE-30DB7377FF3D}" srcOrd="1" destOrd="0" presId="urn:microsoft.com/office/officeart/2005/8/layout/hList7"/>
    <dgm:cxn modelId="{592644D7-33EB-41A5-BF18-28CCE0BD8830}" type="presParOf" srcId="{CCD5C414-393C-42C5-9F6A-4FD828AD7C21}" destId="{1FF2F4C8-8389-4B39-A11C-93D47B54E323}" srcOrd="2" destOrd="0" presId="urn:microsoft.com/office/officeart/2005/8/layout/hList7"/>
    <dgm:cxn modelId="{D496A19D-E1E5-461D-8350-89AB7359377A}" type="presParOf" srcId="{1FF2F4C8-8389-4B39-A11C-93D47B54E323}" destId="{90170D69-1043-4F4B-B4DE-41D090F88EEC}" srcOrd="0" destOrd="0" presId="urn:microsoft.com/office/officeart/2005/8/layout/hList7"/>
    <dgm:cxn modelId="{72F52219-9DCB-4098-BBF3-53006769D560}" type="presParOf" srcId="{1FF2F4C8-8389-4B39-A11C-93D47B54E323}" destId="{6075BB35-5451-46D1-BF79-ADAB8B01CD4F}" srcOrd="1" destOrd="0" presId="urn:microsoft.com/office/officeart/2005/8/layout/hList7"/>
    <dgm:cxn modelId="{742BBB57-2C21-46AC-9F9B-ABF248D71296}" type="presParOf" srcId="{1FF2F4C8-8389-4B39-A11C-93D47B54E323}" destId="{80B728B7-6DD2-4D4C-9F6A-2FF0E349D724}" srcOrd="2" destOrd="0" presId="urn:microsoft.com/office/officeart/2005/8/layout/hList7"/>
    <dgm:cxn modelId="{25196867-5C01-4541-98AB-862630D1F8DA}" type="presParOf" srcId="{1FF2F4C8-8389-4B39-A11C-93D47B54E323}" destId="{FD3A6242-1750-4258-A276-B768D2E599BF}" srcOrd="3" destOrd="0" presId="urn:microsoft.com/office/officeart/2005/8/layout/hList7"/>
    <dgm:cxn modelId="{4A7B07F1-371C-47BD-BB9D-DB0DC62217E2}" type="presParOf" srcId="{CCD5C414-393C-42C5-9F6A-4FD828AD7C21}" destId="{99DF9B15-D451-4E6E-8A84-5ACAB369AD98}" srcOrd="3" destOrd="0" presId="urn:microsoft.com/office/officeart/2005/8/layout/hList7"/>
    <dgm:cxn modelId="{5D64FDE0-A5F9-4D70-AC53-1CBCBDEFFAA7}" type="presParOf" srcId="{CCD5C414-393C-42C5-9F6A-4FD828AD7C21}" destId="{0D6A8D5C-164C-4096-87EC-0DE5C9977291}" srcOrd="4" destOrd="0" presId="urn:microsoft.com/office/officeart/2005/8/layout/hList7"/>
    <dgm:cxn modelId="{5F104971-DFD0-48C9-9711-41308BBAF86B}" type="presParOf" srcId="{0D6A8D5C-164C-4096-87EC-0DE5C9977291}" destId="{7D7D690E-A851-4D38-88BB-ABBAB505C3D1}" srcOrd="0" destOrd="0" presId="urn:microsoft.com/office/officeart/2005/8/layout/hList7"/>
    <dgm:cxn modelId="{F33EFB96-4568-45F7-A425-015BC4A60468}" type="presParOf" srcId="{0D6A8D5C-164C-4096-87EC-0DE5C9977291}" destId="{F0314545-DF02-4FF3-B2FC-E851BA5B89A4}" srcOrd="1" destOrd="0" presId="urn:microsoft.com/office/officeart/2005/8/layout/hList7"/>
    <dgm:cxn modelId="{8D654C16-B4E4-41FF-8C68-4EAE7FA0C683}" type="presParOf" srcId="{0D6A8D5C-164C-4096-87EC-0DE5C9977291}" destId="{DA2DC555-AC6C-46B0-B04E-FC37150E45F3}" srcOrd="2" destOrd="0" presId="urn:microsoft.com/office/officeart/2005/8/layout/hList7"/>
    <dgm:cxn modelId="{DB6D2C33-6631-499F-8C2B-B1256EA398D8}" type="presParOf" srcId="{0D6A8D5C-164C-4096-87EC-0DE5C9977291}" destId="{4AE6DFCE-5C5A-4969-B72B-DFBE25F1B017}" srcOrd="3" destOrd="0" presId="urn:microsoft.com/office/officeart/2005/8/layout/hList7"/>
    <dgm:cxn modelId="{F2E661A8-2803-4A0B-9586-082E100289D8}" type="presParOf" srcId="{CCD5C414-393C-42C5-9F6A-4FD828AD7C21}" destId="{BFFAA0FE-C3DB-418F-934F-A86DC647B8DE}" srcOrd="5" destOrd="0" presId="urn:microsoft.com/office/officeart/2005/8/layout/hList7"/>
    <dgm:cxn modelId="{C7C74587-04B7-4213-8235-CA3F25391BFD}" type="presParOf" srcId="{CCD5C414-393C-42C5-9F6A-4FD828AD7C21}" destId="{AD6DEAC5-C03A-400D-B794-1F52BE4E4237}" srcOrd="6" destOrd="0" presId="urn:microsoft.com/office/officeart/2005/8/layout/hList7"/>
    <dgm:cxn modelId="{708AD58F-7A07-4846-AABD-92DB3CA3ABE3}" type="presParOf" srcId="{AD6DEAC5-C03A-400D-B794-1F52BE4E4237}" destId="{E70B259C-48BF-4779-A677-01F65F0C8953}" srcOrd="0" destOrd="0" presId="urn:microsoft.com/office/officeart/2005/8/layout/hList7"/>
    <dgm:cxn modelId="{D368FCFB-6ECB-4326-B5B3-72A7EB86BBA9}" type="presParOf" srcId="{AD6DEAC5-C03A-400D-B794-1F52BE4E4237}" destId="{62B7AA65-8C86-4086-B5D6-FDF1A5A7F223}" srcOrd="1" destOrd="0" presId="urn:microsoft.com/office/officeart/2005/8/layout/hList7"/>
    <dgm:cxn modelId="{3DDDEECB-62D2-44D9-8AA4-7B40784317DE}" type="presParOf" srcId="{AD6DEAC5-C03A-400D-B794-1F52BE4E4237}" destId="{438115A9-B3FF-466C-84FF-294EE93CD337}" srcOrd="2" destOrd="0" presId="urn:microsoft.com/office/officeart/2005/8/layout/hList7"/>
    <dgm:cxn modelId="{7DAD8CC0-F8F2-4856-B090-1D1F5ED7D02C}" type="presParOf" srcId="{AD6DEAC5-C03A-400D-B794-1F52BE4E4237}" destId="{90A9ACAE-E2DE-4D1F-A276-5D9D4B490E02}" srcOrd="3" destOrd="0" presId="urn:microsoft.com/office/officeart/2005/8/layout/hList7"/>
    <dgm:cxn modelId="{C5216B42-CC06-4548-97B2-25E8696B8730}" type="presParOf" srcId="{CCD5C414-393C-42C5-9F6A-4FD828AD7C21}" destId="{EAC36652-9042-4405-B1B6-1DD2BC9B5E1D}" srcOrd="7" destOrd="0" presId="urn:microsoft.com/office/officeart/2005/8/layout/hList7"/>
    <dgm:cxn modelId="{6219C18B-1D7F-4E50-9AC8-A71744DCC444}" type="presParOf" srcId="{CCD5C414-393C-42C5-9F6A-4FD828AD7C21}" destId="{D45E0F2F-2F5C-4ED6-9FC0-484C07FECED8}" srcOrd="8" destOrd="0" presId="urn:microsoft.com/office/officeart/2005/8/layout/hList7"/>
    <dgm:cxn modelId="{CA1F3B32-8560-4D3E-B67E-D47490A16127}" type="presParOf" srcId="{D45E0F2F-2F5C-4ED6-9FC0-484C07FECED8}" destId="{551AB01A-866B-4620-9052-C5F1ED281791}" srcOrd="0" destOrd="0" presId="urn:microsoft.com/office/officeart/2005/8/layout/hList7"/>
    <dgm:cxn modelId="{316866FF-3D2E-45D3-898C-9BE754AFEC65}" type="presParOf" srcId="{D45E0F2F-2F5C-4ED6-9FC0-484C07FECED8}" destId="{4DA673BF-B967-4A0D-BF72-DA4962809C75}" srcOrd="1" destOrd="0" presId="urn:microsoft.com/office/officeart/2005/8/layout/hList7"/>
    <dgm:cxn modelId="{537F1075-537F-4302-A365-6C7DCA180DFF}" type="presParOf" srcId="{D45E0F2F-2F5C-4ED6-9FC0-484C07FECED8}" destId="{4DC287A0-F3F9-4BEF-9C7E-9F44EC5734E4}" srcOrd="2" destOrd="0" presId="urn:microsoft.com/office/officeart/2005/8/layout/hList7"/>
    <dgm:cxn modelId="{64AF640E-7909-43D2-9BD3-0FE131536073}" type="presParOf" srcId="{D45E0F2F-2F5C-4ED6-9FC0-484C07FECED8}" destId="{55B5D1A7-4509-4EE1-B696-27FDFA158A64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E035B6-EDFD-4967-B5B1-13C96466CC10}" type="doc">
      <dgm:prSet loTypeId="urn:microsoft.com/office/officeart/2005/8/layout/hProcess7" loCatId="process" qsTypeId="urn:microsoft.com/office/officeart/2005/8/quickstyle/simple5" qsCatId="simple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5DC7BEE0-4A03-486C-ACA7-E2A3BD514CF1}">
      <dgm:prSet phldrT="[Text]"/>
      <dgm:spPr/>
      <dgm:t>
        <a:bodyPr/>
        <a:lstStyle/>
        <a:p>
          <a:pPr>
            <a:buNone/>
          </a:pPr>
          <a:r>
            <a:rPr lang="en-IN" b="1" dirty="0"/>
            <a:t>Supervisor Agent</a:t>
          </a:r>
        </a:p>
      </dgm:t>
    </dgm:pt>
    <dgm:pt modelId="{9C64B5FF-9A3C-4773-A256-2F27A02BDBF8}" type="parTrans" cxnId="{76BA7058-60D4-49CA-B3AC-AAF5FCE9D806}">
      <dgm:prSet/>
      <dgm:spPr/>
      <dgm:t>
        <a:bodyPr/>
        <a:lstStyle/>
        <a:p>
          <a:endParaRPr lang="en-IN"/>
        </a:p>
      </dgm:t>
    </dgm:pt>
    <dgm:pt modelId="{318D8553-5304-4F64-8436-0B7178F63D13}" type="sibTrans" cxnId="{76BA7058-60D4-49CA-B3AC-AAF5FCE9D806}">
      <dgm:prSet/>
      <dgm:spPr/>
      <dgm:t>
        <a:bodyPr/>
        <a:lstStyle/>
        <a:p>
          <a:endParaRPr lang="en-IN"/>
        </a:p>
      </dgm:t>
    </dgm:pt>
    <dgm:pt modelId="{CC10DEBF-9163-4535-827F-599A4C7500C1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002060"/>
              </a:solidFill>
            </a:rPr>
            <a:t>Receives every user query first. Analyses the intent and decides which agent path to activate — full pipeline, retrieval only, classification only, or risk only. Ensures no wasted compute.</a:t>
          </a:r>
          <a:endParaRPr lang="en-IN" dirty="0">
            <a:solidFill>
              <a:srgbClr val="002060"/>
            </a:solidFill>
          </a:endParaRPr>
        </a:p>
      </dgm:t>
    </dgm:pt>
    <dgm:pt modelId="{D8837A91-D5D6-4041-A520-3A376A4961ED}" type="parTrans" cxnId="{DA5DC253-ECA3-4F3A-834E-D43BAD3660A0}">
      <dgm:prSet/>
      <dgm:spPr/>
      <dgm:t>
        <a:bodyPr/>
        <a:lstStyle/>
        <a:p>
          <a:endParaRPr lang="en-IN"/>
        </a:p>
      </dgm:t>
    </dgm:pt>
    <dgm:pt modelId="{42D46699-1FC8-423E-90BB-72313106AD59}" type="sibTrans" cxnId="{DA5DC253-ECA3-4F3A-834E-D43BAD3660A0}">
      <dgm:prSet/>
      <dgm:spPr/>
      <dgm:t>
        <a:bodyPr/>
        <a:lstStyle/>
        <a:p>
          <a:endParaRPr lang="en-IN"/>
        </a:p>
      </dgm:t>
    </dgm:pt>
    <dgm:pt modelId="{5CB389F1-3BAD-4681-909A-C56AEA9C3A2E}">
      <dgm:prSet phldrT="[Text]"/>
      <dgm:spPr/>
      <dgm:t>
        <a:bodyPr/>
        <a:lstStyle/>
        <a:p>
          <a:pPr>
            <a:buNone/>
          </a:pPr>
          <a:r>
            <a:rPr lang="en-IN" b="1" dirty="0"/>
            <a:t>Retriever Agent</a:t>
          </a:r>
        </a:p>
      </dgm:t>
    </dgm:pt>
    <dgm:pt modelId="{D35D9159-6F0C-4F4E-88B8-B824ACFB688E}" type="parTrans" cxnId="{4F9CEF81-15C7-4E5E-B791-8D6B3EFEA8B2}">
      <dgm:prSet/>
      <dgm:spPr/>
      <dgm:t>
        <a:bodyPr/>
        <a:lstStyle/>
        <a:p>
          <a:endParaRPr lang="en-IN"/>
        </a:p>
      </dgm:t>
    </dgm:pt>
    <dgm:pt modelId="{7651C87D-8AEA-4C09-8279-89490D2FD132}" type="sibTrans" cxnId="{4F9CEF81-15C7-4E5E-B791-8D6B3EFEA8B2}">
      <dgm:prSet/>
      <dgm:spPr/>
      <dgm:t>
        <a:bodyPr/>
        <a:lstStyle/>
        <a:p>
          <a:endParaRPr lang="en-IN"/>
        </a:p>
      </dgm:t>
    </dgm:pt>
    <dgm:pt modelId="{F6BB1040-0B1F-4808-A8D4-54E2E4CE2182}">
      <dgm:prSet phldrT="[Text]"/>
      <dgm:spPr/>
      <dgm:t>
        <a:bodyPr/>
        <a:lstStyle/>
        <a:p>
          <a:pPr>
            <a:buNone/>
          </a:pPr>
          <a:r>
            <a:rPr lang="en-US" b="0" dirty="0">
              <a:solidFill>
                <a:srgbClr val="002060"/>
              </a:solidFill>
            </a:rPr>
            <a:t>Searches 150,796 embedded legal clauses in </a:t>
          </a:r>
          <a:r>
            <a:rPr lang="en-US" b="0" dirty="0" err="1">
              <a:solidFill>
                <a:srgbClr val="002060"/>
              </a:solidFill>
            </a:rPr>
            <a:t>ChromaDB</a:t>
          </a:r>
          <a:r>
            <a:rPr lang="en-US" b="0" dirty="0">
              <a:solidFill>
                <a:srgbClr val="002060"/>
              </a:solidFill>
            </a:rPr>
            <a:t> using cosine similarity. Returns the top 5 most relevant clauses with their domain, clause type, and similarity score. Requires no LLM call — pure vector search</a:t>
          </a:r>
          <a:r>
            <a:rPr lang="en-US" b="1" dirty="0">
              <a:solidFill>
                <a:srgbClr val="002060"/>
              </a:solidFill>
            </a:rPr>
            <a:t>. </a:t>
          </a:r>
          <a:endParaRPr lang="en-IN" b="1" dirty="0">
            <a:solidFill>
              <a:srgbClr val="002060"/>
            </a:solidFill>
          </a:endParaRPr>
        </a:p>
      </dgm:t>
    </dgm:pt>
    <dgm:pt modelId="{BDB22AF0-D582-4A0D-B6B6-10FC4087A805}" type="parTrans" cxnId="{C423DB0A-0DA0-4BA8-8EE1-49CB75BB65B1}">
      <dgm:prSet/>
      <dgm:spPr/>
      <dgm:t>
        <a:bodyPr/>
        <a:lstStyle/>
        <a:p>
          <a:endParaRPr lang="en-IN"/>
        </a:p>
      </dgm:t>
    </dgm:pt>
    <dgm:pt modelId="{7FEDAB70-937C-4365-94DA-936525E9D6FB}" type="sibTrans" cxnId="{C423DB0A-0DA0-4BA8-8EE1-49CB75BB65B1}">
      <dgm:prSet/>
      <dgm:spPr/>
      <dgm:t>
        <a:bodyPr/>
        <a:lstStyle/>
        <a:p>
          <a:endParaRPr lang="en-IN"/>
        </a:p>
      </dgm:t>
    </dgm:pt>
    <dgm:pt modelId="{8E143A2F-2479-43BA-86B3-2F6485166F81}">
      <dgm:prSet phldrT="[Text]"/>
      <dgm:spPr/>
      <dgm:t>
        <a:bodyPr/>
        <a:lstStyle/>
        <a:p>
          <a:pPr>
            <a:buNone/>
          </a:pPr>
          <a:r>
            <a:rPr lang="en-IN" b="1" dirty="0"/>
            <a:t>Classifier Agent</a:t>
          </a:r>
        </a:p>
      </dgm:t>
    </dgm:pt>
    <dgm:pt modelId="{1DCF83CD-D032-4849-8FE2-100AA43C5723}" type="parTrans" cxnId="{484CCE38-F97D-4709-AEAB-B12E2765C476}">
      <dgm:prSet/>
      <dgm:spPr/>
      <dgm:t>
        <a:bodyPr/>
        <a:lstStyle/>
        <a:p>
          <a:endParaRPr lang="en-IN"/>
        </a:p>
      </dgm:t>
    </dgm:pt>
    <dgm:pt modelId="{F7CFB097-5F3C-49D0-A8E3-604C5660C82D}" type="sibTrans" cxnId="{484CCE38-F97D-4709-AEAB-B12E2765C476}">
      <dgm:prSet/>
      <dgm:spPr/>
      <dgm:t>
        <a:bodyPr/>
        <a:lstStyle/>
        <a:p>
          <a:endParaRPr lang="en-IN"/>
        </a:p>
      </dgm:t>
    </dgm:pt>
    <dgm:pt modelId="{AE7D7A07-27B8-43FD-9206-7CEC179BE60E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rgbClr val="002060"/>
              </a:solidFill>
            </a:rPr>
            <a:t>Identifies the exact type of any legal clause from 395 possible categories. Uses </a:t>
          </a:r>
          <a:r>
            <a:rPr lang="en-US" dirty="0" err="1">
              <a:solidFill>
                <a:srgbClr val="002060"/>
              </a:solidFill>
            </a:rPr>
            <a:t>ChromaDB</a:t>
          </a:r>
          <a:r>
            <a:rPr lang="en-US" dirty="0">
              <a:solidFill>
                <a:srgbClr val="002060"/>
              </a:solidFill>
            </a:rPr>
            <a:t> semantic match as the primary method. Falls back to Claude with the full dynamic category list if confidence is below the threshold. Classifies based on user type.</a:t>
          </a:r>
          <a:endParaRPr lang="en-IN" dirty="0">
            <a:solidFill>
              <a:srgbClr val="002060"/>
            </a:solidFill>
          </a:endParaRPr>
        </a:p>
      </dgm:t>
    </dgm:pt>
    <dgm:pt modelId="{FDAF61F5-7402-4894-8C86-BE32128CDA6C}" type="parTrans" cxnId="{397DF6B6-4ECB-4BC4-8D59-B4B403DEB258}">
      <dgm:prSet/>
      <dgm:spPr/>
      <dgm:t>
        <a:bodyPr/>
        <a:lstStyle/>
        <a:p>
          <a:endParaRPr lang="en-IN"/>
        </a:p>
      </dgm:t>
    </dgm:pt>
    <dgm:pt modelId="{4366B530-DCCC-4B71-BC70-22759798697D}" type="sibTrans" cxnId="{397DF6B6-4ECB-4BC4-8D59-B4B403DEB258}">
      <dgm:prSet/>
      <dgm:spPr/>
      <dgm:t>
        <a:bodyPr/>
        <a:lstStyle/>
        <a:p>
          <a:endParaRPr lang="en-IN"/>
        </a:p>
      </dgm:t>
    </dgm:pt>
    <dgm:pt modelId="{CD2EE264-B774-4451-A571-B21BDDBCB1E9}">
      <dgm:prSet phldrT="[Text]" phldr="0"/>
      <dgm:spPr/>
      <dgm:t>
        <a:bodyPr/>
        <a:lstStyle/>
        <a:p>
          <a:pPr>
            <a:buNone/>
          </a:pPr>
          <a:r>
            <a:rPr lang="en-IN" dirty="0"/>
            <a:t>Risk Agent</a:t>
          </a:r>
        </a:p>
      </dgm:t>
    </dgm:pt>
    <dgm:pt modelId="{6B582B09-8CC1-4038-A8A7-8738EA8D4C96}" type="parTrans" cxnId="{F8062ADC-72AA-4064-A573-9F10498B9D3A}">
      <dgm:prSet/>
      <dgm:spPr/>
      <dgm:t>
        <a:bodyPr/>
        <a:lstStyle/>
        <a:p>
          <a:endParaRPr lang="en-IN"/>
        </a:p>
      </dgm:t>
    </dgm:pt>
    <dgm:pt modelId="{1AADA298-3580-4F59-9C2F-968860A5D85E}" type="sibTrans" cxnId="{F8062ADC-72AA-4064-A573-9F10498B9D3A}">
      <dgm:prSet/>
      <dgm:spPr/>
      <dgm:t>
        <a:bodyPr/>
        <a:lstStyle/>
        <a:p>
          <a:endParaRPr lang="en-IN"/>
        </a:p>
      </dgm:t>
    </dgm:pt>
    <dgm:pt modelId="{B7BF79CD-E281-4919-8D27-3A6F9AD89952}">
      <dgm:prSet phldrT="[Text]" phldr="0"/>
      <dgm:spPr/>
      <dgm:t>
        <a:bodyPr/>
        <a:lstStyle/>
        <a:p>
          <a:pPr>
            <a:buNone/>
          </a:pPr>
          <a:r>
            <a:rPr lang="en-IN" dirty="0"/>
            <a:t>Summariser</a:t>
          </a:r>
        </a:p>
      </dgm:t>
    </dgm:pt>
    <dgm:pt modelId="{0DF73C01-48E6-41A6-AF89-B50644477A5B}" type="parTrans" cxnId="{C7A1744E-43C7-4F90-95B8-CBAFE3D924FB}">
      <dgm:prSet/>
      <dgm:spPr/>
      <dgm:t>
        <a:bodyPr/>
        <a:lstStyle/>
        <a:p>
          <a:endParaRPr lang="en-IN"/>
        </a:p>
      </dgm:t>
    </dgm:pt>
    <dgm:pt modelId="{B172736C-A329-40D6-BBEB-9995AFCDAA93}" type="sibTrans" cxnId="{C7A1744E-43C7-4F90-95B8-CBAFE3D924FB}">
      <dgm:prSet/>
      <dgm:spPr/>
      <dgm:t>
        <a:bodyPr/>
        <a:lstStyle/>
        <a:p>
          <a:endParaRPr lang="en-IN"/>
        </a:p>
      </dgm:t>
    </dgm:pt>
    <dgm:pt modelId="{08F854F5-4B8C-4FC6-B646-8CC24D28CCAA}" type="pres">
      <dgm:prSet presAssocID="{4AE035B6-EDFD-4967-B5B1-13C96466CC10}" presName="Name0" presStyleCnt="0">
        <dgm:presLayoutVars>
          <dgm:dir/>
          <dgm:animLvl val="lvl"/>
          <dgm:resizeHandles val="exact"/>
        </dgm:presLayoutVars>
      </dgm:prSet>
      <dgm:spPr/>
    </dgm:pt>
    <dgm:pt modelId="{CEB609E2-6168-4C39-AEC8-357381330517}" type="pres">
      <dgm:prSet presAssocID="{5DC7BEE0-4A03-486C-ACA7-E2A3BD514CF1}" presName="compositeNode" presStyleCnt="0">
        <dgm:presLayoutVars>
          <dgm:bulletEnabled val="1"/>
        </dgm:presLayoutVars>
      </dgm:prSet>
      <dgm:spPr/>
    </dgm:pt>
    <dgm:pt modelId="{9FE034DF-5329-434E-9801-25144DEBE59D}" type="pres">
      <dgm:prSet presAssocID="{5DC7BEE0-4A03-486C-ACA7-E2A3BD514CF1}" presName="bgRect" presStyleLbl="node1" presStyleIdx="0" presStyleCnt="5" custLinFactNeighborX="148" custLinFactNeighborY="-879"/>
      <dgm:spPr/>
    </dgm:pt>
    <dgm:pt modelId="{28ACFE49-B167-4F5D-BD55-CE83AD603825}" type="pres">
      <dgm:prSet presAssocID="{5DC7BEE0-4A03-486C-ACA7-E2A3BD514CF1}" presName="parentNode" presStyleLbl="node1" presStyleIdx="0" presStyleCnt="5">
        <dgm:presLayoutVars>
          <dgm:chMax val="0"/>
          <dgm:bulletEnabled val="1"/>
        </dgm:presLayoutVars>
      </dgm:prSet>
      <dgm:spPr/>
    </dgm:pt>
    <dgm:pt modelId="{2467830D-9BC8-4C5A-A04C-F3C10868003F}" type="pres">
      <dgm:prSet presAssocID="{5DC7BEE0-4A03-486C-ACA7-E2A3BD514CF1}" presName="childNode" presStyleLbl="node1" presStyleIdx="0" presStyleCnt="5">
        <dgm:presLayoutVars>
          <dgm:bulletEnabled val="1"/>
        </dgm:presLayoutVars>
      </dgm:prSet>
      <dgm:spPr/>
    </dgm:pt>
    <dgm:pt modelId="{775328F6-5A96-4962-B108-13BD0841511C}" type="pres">
      <dgm:prSet presAssocID="{318D8553-5304-4F64-8436-0B7178F63D13}" presName="hSp" presStyleCnt="0"/>
      <dgm:spPr/>
    </dgm:pt>
    <dgm:pt modelId="{03BE5D7F-6F00-417C-B1DB-4BF5D0567B74}" type="pres">
      <dgm:prSet presAssocID="{318D8553-5304-4F64-8436-0B7178F63D13}" presName="vProcSp" presStyleCnt="0"/>
      <dgm:spPr/>
    </dgm:pt>
    <dgm:pt modelId="{2A89AECD-7451-4B15-8AF2-3FE133309E86}" type="pres">
      <dgm:prSet presAssocID="{318D8553-5304-4F64-8436-0B7178F63D13}" presName="vSp1" presStyleCnt="0"/>
      <dgm:spPr/>
    </dgm:pt>
    <dgm:pt modelId="{BE1E4EEA-CE81-427B-A91B-431DB4925D67}" type="pres">
      <dgm:prSet presAssocID="{318D8553-5304-4F64-8436-0B7178F63D13}" presName="simulatedConn" presStyleLbl="solidFgAcc1" presStyleIdx="0" presStyleCnt="4"/>
      <dgm:spPr/>
    </dgm:pt>
    <dgm:pt modelId="{C600E95B-D1B1-43A8-811D-5D5A855C2451}" type="pres">
      <dgm:prSet presAssocID="{318D8553-5304-4F64-8436-0B7178F63D13}" presName="vSp2" presStyleCnt="0"/>
      <dgm:spPr/>
    </dgm:pt>
    <dgm:pt modelId="{A356BADB-F437-41FF-973A-FA4B8733145E}" type="pres">
      <dgm:prSet presAssocID="{318D8553-5304-4F64-8436-0B7178F63D13}" presName="sibTrans" presStyleCnt="0"/>
      <dgm:spPr/>
    </dgm:pt>
    <dgm:pt modelId="{BA2F0FFF-3BEA-42BE-A394-EAB4F97DE034}" type="pres">
      <dgm:prSet presAssocID="{5CB389F1-3BAD-4681-909A-C56AEA9C3A2E}" presName="compositeNode" presStyleCnt="0">
        <dgm:presLayoutVars>
          <dgm:bulletEnabled val="1"/>
        </dgm:presLayoutVars>
      </dgm:prSet>
      <dgm:spPr/>
    </dgm:pt>
    <dgm:pt modelId="{17E2E15C-5284-41D9-9D98-E83E88629D4C}" type="pres">
      <dgm:prSet presAssocID="{5CB389F1-3BAD-4681-909A-C56AEA9C3A2E}" presName="bgRect" presStyleLbl="node1" presStyleIdx="1" presStyleCnt="5"/>
      <dgm:spPr/>
    </dgm:pt>
    <dgm:pt modelId="{93AF4C11-F02F-4B8E-AB6E-D822573EACA5}" type="pres">
      <dgm:prSet presAssocID="{5CB389F1-3BAD-4681-909A-C56AEA9C3A2E}" presName="parentNode" presStyleLbl="node1" presStyleIdx="1" presStyleCnt="5">
        <dgm:presLayoutVars>
          <dgm:chMax val="0"/>
          <dgm:bulletEnabled val="1"/>
        </dgm:presLayoutVars>
      </dgm:prSet>
      <dgm:spPr/>
    </dgm:pt>
    <dgm:pt modelId="{369965E7-B4DF-435F-80FD-8E351B0577AF}" type="pres">
      <dgm:prSet presAssocID="{5CB389F1-3BAD-4681-909A-C56AEA9C3A2E}" presName="childNode" presStyleLbl="node1" presStyleIdx="1" presStyleCnt="5">
        <dgm:presLayoutVars>
          <dgm:bulletEnabled val="1"/>
        </dgm:presLayoutVars>
      </dgm:prSet>
      <dgm:spPr/>
    </dgm:pt>
    <dgm:pt modelId="{434ACE71-74AC-4E30-B781-9381970A0AC2}" type="pres">
      <dgm:prSet presAssocID="{7651C87D-8AEA-4C09-8279-89490D2FD132}" presName="hSp" presStyleCnt="0"/>
      <dgm:spPr/>
    </dgm:pt>
    <dgm:pt modelId="{1AD8D3B1-616F-4404-A0DD-AF71427E49C6}" type="pres">
      <dgm:prSet presAssocID="{7651C87D-8AEA-4C09-8279-89490D2FD132}" presName="vProcSp" presStyleCnt="0"/>
      <dgm:spPr/>
    </dgm:pt>
    <dgm:pt modelId="{F288A9C5-4692-4DAA-BF64-3EDAF684002F}" type="pres">
      <dgm:prSet presAssocID="{7651C87D-8AEA-4C09-8279-89490D2FD132}" presName="vSp1" presStyleCnt="0"/>
      <dgm:spPr/>
    </dgm:pt>
    <dgm:pt modelId="{8DBDB306-413E-411E-882C-31AF4BC31A35}" type="pres">
      <dgm:prSet presAssocID="{7651C87D-8AEA-4C09-8279-89490D2FD132}" presName="simulatedConn" presStyleLbl="solidFgAcc1" presStyleIdx="1" presStyleCnt="4"/>
      <dgm:spPr/>
    </dgm:pt>
    <dgm:pt modelId="{A98F8ECA-F0A8-48A3-BBD1-DA040C7E4AB5}" type="pres">
      <dgm:prSet presAssocID="{7651C87D-8AEA-4C09-8279-89490D2FD132}" presName="vSp2" presStyleCnt="0"/>
      <dgm:spPr/>
    </dgm:pt>
    <dgm:pt modelId="{7635816D-43AD-4DD9-A784-0CB1DD9CEE1C}" type="pres">
      <dgm:prSet presAssocID="{7651C87D-8AEA-4C09-8279-89490D2FD132}" presName="sibTrans" presStyleCnt="0"/>
      <dgm:spPr/>
    </dgm:pt>
    <dgm:pt modelId="{98AA8CFD-8693-4C42-83D9-EE726245E9A8}" type="pres">
      <dgm:prSet presAssocID="{8E143A2F-2479-43BA-86B3-2F6485166F81}" presName="compositeNode" presStyleCnt="0">
        <dgm:presLayoutVars>
          <dgm:bulletEnabled val="1"/>
        </dgm:presLayoutVars>
      </dgm:prSet>
      <dgm:spPr/>
    </dgm:pt>
    <dgm:pt modelId="{F34999B9-88F0-472B-A303-AFFAB816CA4C}" type="pres">
      <dgm:prSet presAssocID="{8E143A2F-2479-43BA-86B3-2F6485166F81}" presName="bgRect" presStyleLbl="node1" presStyleIdx="2" presStyleCnt="5"/>
      <dgm:spPr/>
    </dgm:pt>
    <dgm:pt modelId="{15E53A8F-BE45-4953-B3AF-925889DDBF84}" type="pres">
      <dgm:prSet presAssocID="{8E143A2F-2479-43BA-86B3-2F6485166F81}" presName="parentNode" presStyleLbl="node1" presStyleIdx="2" presStyleCnt="5">
        <dgm:presLayoutVars>
          <dgm:chMax val="0"/>
          <dgm:bulletEnabled val="1"/>
        </dgm:presLayoutVars>
      </dgm:prSet>
      <dgm:spPr/>
    </dgm:pt>
    <dgm:pt modelId="{A8575BD4-EA29-4F17-97D1-94C5454C2EEB}" type="pres">
      <dgm:prSet presAssocID="{8E143A2F-2479-43BA-86B3-2F6485166F81}" presName="childNode" presStyleLbl="node1" presStyleIdx="2" presStyleCnt="5">
        <dgm:presLayoutVars>
          <dgm:bulletEnabled val="1"/>
        </dgm:presLayoutVars>
      </dgm:prSet>
      <dgm:spPr/>
    </dgm:pt>
    <dgm:pt modelId="{255C5D0B-5002-4D4F-8915-48BC2AB0D219}" type="pres">
      <dgm:prSet presAssocID="{F7CFB097-5F3C-49D0-A8E3-604C5660C82D}" presName="hSp" presStyleCnt="0"/>
      <dgm:spPr/>
    </dgm:pt>
    <dgm:pt modelId="{D226F7E9-4706-46CD-A82A-BB810A856A69}" type="pres">
      <dgm:prSet presAssocID="{F7CFB097-5F3C-49D0-A8E3-604C5660C82D}" presName="vProcSp" presStyleCnt="0"/>
      <dgm:spPr/>
    </dgm:pt>
    <dgm:pt modelId="{EF19E306-1AB3-4645-B244-709CAD13EF10}" type="pres">
      <dgm:prSet presAssocID="{F7CFB097-5F3C-49D0-A8E3-604C5660C82D}" presName="vSp1" presStyleCnt="0"/>
      <dgm:spPr/>
    </dgm:pt>
    <dgm:pt modelId="{C433AF4C-7F91-43CE-ADD2-0FB6951C80BE}" type="pres">
      <dgm:prSet presAssocID="{F7CFB097-5F3C-49D0-A8E3-604C5660C82D}" presName="simulatedConn" presStyleLbl="solidFgAcc1" presStyleIdx="2" presStyleCnt="4"/>
      <dgm:spPr/>
    </dgm:pt>
    <dgm:pt modelId="{AED9FBE2-DF6A-47B0-A54E-6E01AA6A433D}" type="pres">
      <dgm:prSet presAssocID="{F7CFB097-5F3C-49D0-A8E3-604C5660C82D}" presName="vSp2" presStyleCnt="0"/>
      <dgm:spPr/>
    </dgm:pt>
    <dgm:pt modelId="{0D96365B-DBD7-4069-8CE7-6CF60F9CC772}" type="pres">
      <dgm:prSet presAssocID="{F7CFB097-5F3C-49D0-A8E3-604C5660C82D}" presName="sibTrans" presStyleCnt="0"/>
      <dgm:spPr/>
    </dgm:pt>
    <dgm:pt modelId="{A6096595-747B-42D3-A3E0-4597DC640D8A}" type="pres">
      <dgm:prSet presAssocID="{CD2EE264-B774-4451-A571-B21BDDBCB1E9}" presName="compositeNode" presStyleCnt="0">
        <dgm:presLayoutVars>
          <dgm:bulletEnabled val="1"/>
        </dgm:presLayoutVars>
      </dgm:prSet>
      <dgm:spPr/>
    </dgm:pt>
    <dgm:pt modelId="{428F14E9-F6A2-4232-A597-B94C6227B0F9}" type="pres">
      <dgm:prSet presAssocID="{CD2EE264-B774-4451-A571-B21BDDBCB1E9}" presName="bgRect" presStyleLbl="node1" presStyleIdx="3" presStyleCnt="5"/>
      <dgm:spPr/>
    </dgm:pt>
    <dgm:pt modelId="{F4B3456F-30E1-4367-B82A-BAFB80B11BC9}" type="pres">
      <dgm:prSet presAssocID="{CD2EE264-B774-4451-A571-B21BDDBCB1E9}" presName="parentNode" presStyleLbl="node1" presStyleIdx="3" presStyleCnt="5">
        <dgm:presLayoutVars>
          <dgm:chMax val="0"/>
          <dgm:bulletEnabled val="1"/>
        </dgm:presLayoutVars>
      </dgm:prSet>
      <dgm:spPr/>
    </dgm:pt>
    <dgm:pt modelId="{C472F832-712C-490D-A2D1-7DC381CF6413}" type="pres">
      <dgm:prSet presAssocID="{1AADA298-3580-4F59-9C2F-968860A5D85E}" presName="hSp" presStyleCnt="0"/>
      <dgm:spPr/>
    </dgm:pt>
    <dgm:pt modelId="{30458FA6-3905-47AB-A478-118872A99293}" type="pres">
      <dgm:prSet presAssocID="{1AADA298-3580-4F59-9C2F-968860A5D85E}" presName="vProcSp" presStyleCnt="0"/>
      <dgm:spPr/>
    </dgm:pt>
    <dgm:pt modelId="{DE270E8E-DD78-4ADE-B126-04450AD0CF0F}" type="pres">
      <dgm:prSet presAssocID="{1AADA298-3580-4F59-9C2F-968860A5D85E}" presName="vSp1" presStyleCnt="0"/>
      <dgm:spPr/>
    </dgm:pt>
    <dgm:pt modelId="{FB9B6C36-99AD-4E54-B67D-AF41A8CF0590}" type="pres">
      <dgm:prSet presAssocID="{1AADA298-3580-4F59-9C2F-968860A5D85E}" presName="simulatedConn" presStyleLbl="solidFgAcc1" presStyleIdx="3" presStyleCnt="4"/>
      <dgm:spPr/>
    </dgm:pt>
    <dgm:pt modelId="{492C47E4-A0C0-4F04-8335-14ADCBF8C165}" type="pres">
      <dgm:prSet presAssocID="{1AADA298-3580-4F59-9C2F-968860A5D85E}" presName="vSp2" presStyleCnt="0"/>
      <dgm:spPr/>
    </dgm:pt>
    <dgm:pt modelId="{D28A2410-B352-4EAC-B871-A4B18D40D6A8}" type="pres">
      <dgm:prSet presAssocID="{1AADA298-3580-4F59-9C2F-968860A5D85E}" presName="sibTrans" presStyleCnt="0"/>
      <dgm:spPr/>
    </dgm:pt>
    <dgm:pt modelId="{7E70F3A4-DD9A-4AAF-9EC7-B78FC4FD55FA}" type="pres">
      <dgm:prSet presAssocID="{B7BF79CD-E281-4919-8D27-3A6F9AD89952}" presName="compositeNode" presStyleCnt="0">
        <dgm:presLayoutVars>
          <dgm:bulletEnabled val="1"/>
        </dgm:presLayoutVars>
      </dgm:prSet>
      <dgm:spPr/>
    </dgm:pt>
    <dgm:pt modelId="{988A83D4-3C65-4E8B-A1EA-06DE01FBC290}" type="pres">
      <dgm:prSet presAssocID="{B7BF79CD-E281-4919-8D27-3A6F9AD89952}" presName="bgRect" presStyleLbl="node1" presStyleIdx="4" presStyleCnt="5"/>
      <dgm:spPr/>
    </dgm:pt>
    <dgm:pt modelId="{A5A2B927-0F08-493E-ABF7-6709FAA6A8A5}" type="pres">
      <dgm:prSet presAssocID="{B7BF79CD-E281-4919-8D27-3A6F9AD89952}" presName="parentNode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DE1CA08-FF02-436A-9D05-26E0C7C0AF30}" type="presOf" srcId="{AE7D7A07-27B8-43FD-9206-7CEC179BE60E}" destId="{A8575BD4-EA29-4F17-97D1-94C5454C2EEB}" srcOrd="0" destOrd="0" presId="urn:microsoft.com/office/officeart/2005/8/layout/hProcess7"/>
    <dgm:cxn modelId="{C423DB0A-0DA0-4BA8-8EE1-49CB75BB65B1}" srcId="{5CB389F1-3BAD-4681-909A-C56AEA9C3A2E}" destId="{F6BB1040-0B1F-4808-A8D4-54E2E4CE2182}" srcOrd="0" destOrd="0" parTransId="{BDB22AF0-D582-4A0D-B6B6-10FC4087A805}" sibTransId="{7FEDAB70-937C-4365-94DA-936525E9D6FB}"/>
    <dgm:cxn modelId="{52C95017-A23A-410D-98DB-8E789BB1D2B2}" type="presOf" srcId="{8E143A2F-2479-43BA-86B3-2F6485166F81}" destId="{F34999B9-88F0-472B-A303-AFFAB816CA4C}" srcOrd="0" destOrd="0" presId="urn:microsoft.com/office/officeart/2005/8/layout/hProcess7"/>
    <dgm:cxn modelId="{A9E56023-5C70-4692-8754-B53CC2BD64E3}" type="presOf" srcId="{CD2EE264-B774-4451-A571-B21BDDBCB1E9}" destId="{F4B3456F-30E1-4367-B82A-BAFB80B11BC9}" srcOrd="1" destOrd="0" presId="urn:microsoft.com/office/officeart/2005/8/layout/hProcess7"/>
    <dgm:cxn modelId="{25B67823-4E20-48B7-B50C-D3DC6254C542}" type="presOf" srcId="{5DC7BEE0-4A03-486C-ACA7-E2A3BD514CF1}" destId="{9FE034DF-5329-434E-9801-25144DEBE59D}" srcOrd="0" destOrd="0" presId="urn:microsoft.com/office/officeart/2005/8/layout/hProcess7"/>
    <dgm:cxn modelId="{484CCE38-F97D-4709-AEAB-B12E2765C476}" srcId="{4AE035B6-EDFD-4967-B5B1-13C96466CC10}" destId="{8E143A2F-2479-43BA-86B3-2F6485166F81}" srcOrd="2" destOrd="0" parTransId="{1DCF83CD-D032-4849-8FE2-100AA43C5723}" sibTransId="{F7CFB097-5F3C-49D0-A8E3-604C5660C82D}"/>
    <dgm:cxn modelId="{B2394166-84D2-4B6E-9A5B-C737D32B8E72}" type="presOf" srcId="{CD2EE264-B774-4451-A571-B21BDDBCB1E9}" destId="{428F14E9-F6A2-4232-A597-B94C6227B0F9}" srcOrd="0" destOrd="0" presId="urn:microsoft.com/office/officeart/2005/8/layout/hProcess7"/>
    <dgm:cxn modelId="{AD7F874B-A6B2-4B56-858E-18AAB1207876}" type="presOf" srcId="{B7BF79CD-E281-4919-8D27-3A6F9AD89952}" destId="{A5A2B927-0F08-493E-ABF7-6709FAA6A8A5}" srcOrd="1" destOrd="0" presId="urn:microsoft.com/office/officeart/2005/8/layout/hProcess7"/>
    <dgm:cxn modelId="{C7A1744E-43C7-4F90-95B8-CBAFE3D924FB}" srcId="{4AE035B6-EDFD-4967-B5B1-13C96466CC10}" destId="{B7BF79CD-E281-4919-8D27-3A6F9AD89952}" srcOrd="4" destOrd="0" parTransId="{0DF73C01-48E6-41A6-AF89-B50644477A5B}" sibTransId="{B172736C-A329-40D6-BBEB-9995AFCDAA93}"/>
    <dgm:cxn modelId="{80E4DE71-1B27-4B00-9BF0-DC0E7F33654B}" type="presOf" srcId="{B7BF79CD-E281-4919-8D27-3A6F9AD89952}" destId="{988A83D4-3C65-4E8B-A1EA-06DE01FBC290}" srcOrd="0" destOrd="0" presId="urn:microsoft.com/office/officeart/2005/8/layout/hProcess7"/>
    <dgm:cxn modelId="{DA5DC253-ECA3-4F3A-834E-D43BAD3660A0}" srcId="{5DC7BEE0-4A03-486C-ACA7-E2A3BD514CF1}" destId="{CC10DEBF-9163-4535-827F-599A4C7500C1}" srcOrd="0" destOrd="0" parTransId="{D8837A91-D5D6-4041-A520-3A376A4961ED}" sibTransId="{42D46699-1FC8-423E-90BB-72313106AD59}"/>
    <dgm:cxn modelId="{76BA7058-60D4-49CA-B3AC-AAF5FCE9D806}" srcId="{4AE035B6-EDFD-4967-B5B1-13C96466CC10}" destId="{5DC7BEE0-4A03-486C-ACA7-E2A3BD514CF1}" srcOrd="0" destOrd="0" parTransId="{9C64B5FF-9A3C-4773-A256-2F27A02BDBF8}" sibTransId="{318D8553-5304-4F64-8436-0B7178F63D13}"/>
    <dgm:cxn modelId="{4F9CEF81-15C7-4E5E-B791-8D6B3EFEA8B2}" srcId="{4AE035B6-EDFD-4967-B5B1-13C96466CC10}" destId="{5CB389F1-3BAD-4681-909A-C56AEA9C3A2E}" srcOrd="1" destOrd="0" parTransId="{D35D9159-6F0C-4F4E-88B8-B824ACFB688E}" sibTransId="{7651C87D-8AEA-4C09-8279-89490D2FD132}"/>
    <dgm:cxn modelId="{D6446684-070C-476C-B045-2378C3515397}" type="presOf" srcId="{5CB389F1-3BAD-4681-909A-C56AEA9C3A2E}" destId="{93AF4C11-F02F-4B8E-AB6E-D822573EACA5}" srcOrd="1" destOrd="0" presId="urn:microsoft.com/office/officeart/2005/8/layout/hProcess7"/>
    <dgm:cxn modelId="{5BB2F8A8-D256-44DB-89B1-9174A6AC9B0D}" type="presOf" srcId="{4AE035B6-EDFD-4967-B5B1-13C96466CC10}" destId="{08F854F5-4B8C-4FC6-B646-8CC24D28CCAA}" srcOrd="0" destOrd="0" presId="urn:microsoft.com/office/officeart/2005/8/layout/hProcess7"/>
    <dgm:cxn modelId="{31D1D8AE-3069-483E-BF77-81100A7545E8}" type="presOf" srcId="{F6BB1040-0B1F-4808-A8D4-54E2E4CE2182}" destId="{369965E7-B4DF-435F-80FD-8E351B0577AF}" srcOrd="0" destOrd="0" presId="urn:microsoft.com/office/officeart/2005/8/layout/hProcess7"/>
    <dgm:cxn modelId="{B71011B2-A464-4DB6-8206-D5FC5B6E7B9A}" type="presOf" srcId="{8E143A2F-2479-43BA-86B3-2F6485166F81}" destId="{15E53A8F-BE45-4953-B3AF-925889DDBF84}" srcOrd="1" destOrd="0" presId="urn:microsoft.com/office/officeart/2005/8/layout/hProcess7"/>
    <dgm:cxn modelId="{397DF6B6-4ECB-4BC4-8D59-B4B403DEB258}" srcId="{8E143A2F-2479-43BA-86B3-2F6485166F81}" destId="{AE7D7A07-27B8-43FD-9206-7CEC179BE60E}" srcOrd="0" destOrd="0" parTransId="{FDAF61F5-7402-4894-8C86-BE32128CDA6C}" sibTransId="{4366B530-DCCC-4B71-BC70-22759798697D}"/>
    <dgm:cxn modelId="{1947B1D2-22C5-429B-8A95-6EF24B5AF527}" type="presOf" srcId="{5DC7BEE0-4A03-486C-ACA7-E2A3BD514CF1}" destId="{28ACFE49-B167-4F5D-BD55-CE83AD603825}" srcOrd="1" destOrd="0" presId="urn:microsoft.com/office/officeart/2005/8/layout/hProcess7"/>
    <dgm:cxn modelId="{F8062ADC-72AA-4064-A573-9F10498B9D3A}" srcId="{4AE035B6-EDFD-4967-B5B1-13C96466CC10}" destId="{CD2EE264-B774-4451-A571-B21BDDBCB1E9}" srcOrd="3" destOrd="0" parTransId="{6B582B09-8CC1-4038-A8A7-8738EA8D4C96}" sibTransId="{1AADA298-3580-4F59-9C2F-968860A5D85E}"/>
    <dgm:cxn modelId="{0C7A8BE7-4441-426D-8C4E-BD5F0CDB301D}" type="presOf" srcId="{CC10DEBF-9163-4535-827F-599A4C7500C1}" destId="{2467830D-9BC8-4C5A-A04C-F3C10868003F}" srcOrd="0" destOrd="0" presId="urn:microsoft.com/office/officeart/2005/8/layout/hProcess7"/>
    <dgm:cxn modelId="{B5A352FB-05F6-4A89-9BB5-F01BE851A004}" type="presOf" srcId="{5CB389F1-3BAD-4681-909A-C56AEA9C3A2E}" destId="{17E2E15C-5284-41D9-9D98-E83E88629D4C}" srcOrd="0" destOrd="0" presId="urn:microsoft.com/office/officeart/2005/8/layout/hProcess7"/>
    <dgm:cxn modelId="{56DB5B05-756D-4B72-B77D-3F5C2E12FC05}" type="presParOf" srcId="{08F854F5-4B8C-4FC6-B646-8CC24D28CCAA}" destId="{CEB609E2-6168-4C39-AEC8-357381330517}" srcOrd="0" destOrd="0" presId="urn:microsoft.com/office/officeart/2005/8/layout/hProcess7"/>
    <dgm:cxn modelId="{E7435F96-D050-4A18-8B77-C67BDABEAD11}" type="presParOf" srcId="{CEB609E2-6168-4C39-AEC8-357381330517}" destId="{9FE034DF-5329-434E-9801-25144DEBE59D}" srcOrd="0" destOrd="0" presId="urn:microsoft.com/office/officeart/2005/8/layout/hProcess7"/>
    <dgm:cxn modelId="{384D9940-ED47-4F3F-B989-F6196A223B10}" type="presParOf" srcId="{CEB609E2-6168-4C39-AEC8-357381330517}" destId="{28ACFE49-B167-4F5D-BD55-CE83AD603825}" srcOrd="1" destOrd="0" presId="urn:microsoft.com/office/officeart/2005/8/layout/hProcess7"/>
    <dgm:cxn modelId="{84F121DA-5F2A-454A-A734-44297700EB51}" type="presParOf" srcId="{CEB609E2-6168-4C39-AEC8-357381330517}" destId="{2467830D-9BC8-4C5A-A04C-F3C10868003F}" srcOrd="2" destOrd="0" presId="urn:microsoft.com/office/officeart/2005/8/layout/hProcess7"/>
    <dgm:cxn modelId="{897C65F3-74D2-48DB-8D1B-029DC78F7A7C}" type="presParOf" srcId="{08F854F5-4B8C-4FC6-B646-8CC24D28CCAA}" destId="{775328F6-5A96-4962-B108-13BD0841511C}" srcOrd="1" destOrd="0" presId="urn:microsoft.com/office/officeart/2005/8/layout/hProcess7"/>
    <dgm:cxn modelId="{F75DF47A-B533-4B66-B61D-6ADA4184B003}" type="presParOf" srcId="{08F854F5-4B8C-4FC6-B646-8CC24D28CCAA}" destId="{03BE5D7F-6F00-417C-B1DB-4BF5D0567B74}" srcOrd="2" destOrd="0" presId="urn:microsoft.com/office/officeart/2005/8/layout/hProcess7"/>
    <dgm:cxn modelId="{F19FCFCA-7977-4A1A-A41D-4A009C8B9B9E}" type="presParOf" srcId="{03BE5D7F-6F00-417C-B1DB-4BF5D0567B74}" destId="{2A89AECD-7451-4B15-8AF2-3FE133309E86}" srcOrd="0" destOrd="0" presId="urn:microsoft.com/office/officeart/2005/8/layout/hProcess7"/>
    <dgm:cxn modelId="{D705EF3C-B601-4674-9CC7-57EC307AB574}" type="presParOf" srcId="{03BE5D7F-6F00-417C-B1DB-4BF5D0567B74}" destId="{BE1E4EEA-CE81-427B-A91B-431DB4925D67}" srcOrd="1" destOrd="0" presId="urn:microsoft.com/office/officeart/2005/8/layout/hProcess7"/>
    <dgm:cxn modelId="{0FC2697B-9681-41BC-BEC1-AC94CC1CD010}" type="presParOf" srcId="{03BE5D7F-6F00-417C-B1DB-4BF5D0567B74}" destId="{C600E95B-D1B1-43A8-811D-5D5A855C2451}" srcOrd="2" destOrd="0" presId="urn:microsoft.com/office/officeart/2005/8/layout/hProcess7"/>
    <dgm:cxn modelId="{1E670295-DB11-4AC9-98B6-8BE97ACD3EF0}" type="presParOf" srcId="{08F854F5-4B8C-4FC6-B646-8CC24D28CCAA}" destId="{A356BADB-F437-41FF-973A-FA4B8733145E}" srcOrd="3" destOrd="0" presId="urn:microsoft.com/office/officeart/2005/8/layout/hProcess7"/>
    <dgm:cxn modelId="{7E861956-C040-453B-A4A7-A5D30DED9774}" type="presParOf" srcId="{08F854F5-4B8C-4FC6-B646-8CC24D28CCAA}" destId="{BA2F0FFF-3BEA-42BE-A394-EAB4F97DE034}" srcOrd="4" destOrd="0" presId="urn:microsoft.com/office/officeart/2005/8/layout/hProcess7"/>
    <dgm:cxn modelId="{FE658AF4-E3FC-426C-968A-C301E0EEF244}" type="presParOf" srcId="{BA2F0FFF-3BEA-42BE-A394-EAB4F97DE034}" destId="{17E2E15C-5284-41D9-9D98-E83E88629D4C}" srcOrd="0" destOrd="0" presId="urn:microsoft.com/office/officeart/2005/8/layout/hProcess7"/>
    <dgm:cxn modelId="{296DBA33-E66F-4B51-8541-EC9C874EDC29}" type="presParOf" srcId="{BA2F0FFF-3BEA-42BE-A394-EAB4F97DE034}" destId="{93AF4C11-F02F-4B8E-AB6E-D822573EACA5}" srcOrd="1" destOrd="0" presId="urn:microsoft.com/office/officeart/2005/8/layout/hProcess7"/>
    <dgm:cxn modelId="{75002DEA-F7DD-48CA-ABE8-85A59E9E6D2A}" type="presParOf" srcId="{BA2F0FFF-3BEA-42BE-A394-EAB4F97DE034}" destId="{369965E7-B4DF-435F-80FD-8E351B0577AF}" srcOrd="2" destOrd="0" presId="urn:microsoft.com/office/officeart/2005/8/layout/hProcess7"/>
    <dgm:cxn modelId="{76C29A43-E291-4718-85C2-61E3FE04FA80}" type="presParOf" srcId="{08F854F5-4B8C-4FC6-B646-8CC24D28CCAA}" destId="{434ACE71-74AC-4E30-B781-9381970A0AC2}" srcOrd="5" destOrd="0" presId="urn:microsoft.com/office/officeart/2005/8/layout/hProcess7"/>
    <dgm:cxn modelId="{327FF24D-0209-44D5-9010-AF24DEB11DBC}" type="presParOf" srcId="{08F854F5-4B8C-4FC6-B646-8CC24D28CCAA}" destId="{1AD8D3B1-616F-4404-A0DD-AF71427E49C6}" srcOrd="6" destOrd="0" presId="urn:microsoft.com/office/officeart/2005/8/layout/hProcess7"/>
    <dgm:cxn modelId="{8BB1179B-6F92-4C02-A942-FFAAB5E91DC5}" type="presParOf" srcId="{1AD8D3B1-616F-4404-A0DD-AF71427E49C6}" destId="{F288A9C5-4692-4DAA-BF64-3EDAF684002F}" srcOrd="0" destOrd="0" presId="urn:microsoft.com/office/officeart/2005/8/layout/hProcess7"/>
    <dgm:cxn modelId="{2CDDAC13-11B6-4490-A114-325E6B20A2D4}" type="presParOf" srcId="{1AD8D3B1-616F-4404-A0DD-AF71427E49C6}" destId="{8DBDB306-413E-411E-882C-31AF4BC31A35}" srcOrd="1" destOrd="0" presId="urn:microsoft.com/office/officeart/2005/8/layout/hProcess7"/>
    <dgm:cxn modelId="{42A18D81-7E02-48FF-8985-0F399D24BC47}" type="presParOf" srcId="{1AD8D3B1-616F-4404-A0DD-AF71427E49C6}" destId="{A98F8ECA-F0A8-48A3-BBD1-DA040C7E4AB5}" srcOrd="2" destOrd="0" presId="urn:microsoft.com/office/officeart/2005/8/layout/hProcess7"/>
    <dgm:cxn modelId="{389DF07C-9E8E-4AFE-8142-AE2A6740A771}" type="presParOf" srcId="{08F854F5-4B8C-4FC6-B646-8CC24D28CCAA}" destId="{7635816D-43AD-4DD9-A784-0CB1DD9CEE1C}" srcOrd="7" destOrd="0" presId="urn:microsoft.com/office/officeart/2005/8/layout/hProcess7"/>
    <dgm:cxn modelId="{E2ADA2C8-837F-43A5-8A9A-E562EAF35073}" type="presParOf" srcId="{08F854F5-4B8C-4FC6-B646-8CC24D28CCAA}" destId="{98AA8CFD-8693-4C42-83D9-EE726245E9A8}" srcOrd="8" destOrd="0" presId="urn:microsoft.com/office/officeart/2005/8/layout/hProcess7"/>
    <dgm:cxn modelId="{335685BE-ED00-48F1-B930-6F8FDC53034D}" type="presParOf" srcId="{98AA8CFD-8693-4C42-83D9-EE726245E9A8}" destId="{F34999B9-88F0-472B-A303-AFFAB816CA4C}" srcOrd="0" destOrd="0" presId="urn:microsoft.com/office/officeart/2005/8/layout/hProcess7"/>
    <dgm:cxn modelId="{77A1C86E-9AA3-4B64-897D-4023B7B86E38}" type="presParOf" srcId="{98AA8CFD-8693-4C42-83D9-EE726245E9A8}" destId="{15E53A8F-BE45-4953-B3AF-925889DDBF84}" srcOrd="1" destOrd="0" presId="urn:microsoft.com/office/officeart/2005/8/layout/hProcess7"/>
    <dgm:cxn modelId="{EF79365C-0913-49E5-AF94-21DF45E712E4}" type="presParOf" srcId="{98AA8CFD-8693-4C42-83D9-EE726245E9A8}" destId="{A8575BD4-EA29-4F17-97D1-94C5454C2EEB}" srcOrd="2" destOrd="0" presId="urn:microsoft.com/office/officeart/2005/8/layout/hProcess7"/>
    <dgm:cxn modelId="{32EF0210-4FAD-4C7D-B2BE-2B236F357D66}" type="presParOf" srcId="{08F854F5-4B8C-4FC6-B646-8CC24D28CCAA}" destId="{255C5D0B-5002-4D4F-8915-48BC2AB0D219}" srcOrd="9" destOrd="0" presId="urn:microsoft.com/office/officeart/2005/8/layout/hProcess7"/>
    <dgm:cxn modelId="{3CD4733F-9A57-4D53-B8F1-3D2DB7871703}" type="presParOf" srcId="{08F854F5-4B8C-4FC6-B646-8CC24D28CCAA}" destId="{D226F7E9-4706-46CD-A82A-BB810A856A69}" srcOrd="10" destOrd="0" presId="urn:microsoft.com/office/officeart/2005/8/layout/hProcess7"/>
    <dgm:cxn modelId="{BCBCB8E8-6D07-4412-AA00-46303022A512}" type="presParOf" srcId="{D226F7E9-4706-46CD-A82A-BB810A856A69}" destId="{EF19E306-1AB3-4645-B244-709CAD13EF10}" srcOrd="0" destOrd="0" presId="urn:microsoft.com/office/officeart/2005/8/layout/hProcess7"/>
    <dgm:cxn modelId="{C7772FD5-C91A-49B9-9A71-33F3B87CBD95}" type="presParOf" srcId="{D226F7E9-4706-46CD-A82A-BB810A856A69}" destId="{C433AF4C-7F91-43CE-ADD2-0FB6951C80BE}" srcOrd="1" destOrd="0" presId="urn:microsoft.com/office/officeart/2005/8/layout/hProcess7"/>
    <dgm:cxn modelId="{D892E57B-98D1-40EA-8A87-EFF0CCFEA92C}" type="presParOf" srcId="{D226F7E9-4706-46CD-A82A-BB810A856A69}" destId="{AED9FBE2-DF6A-47B0-A54E-6E01AA6A433D}" srcOrd="2" destOrd="0" presId="urn:microsoft.com/office/officeart/2005/8/layout/hProcess7"/>
    <dgm:cxn modelId="{A6357B87-E0D3-42B0-A80C-809992FF9ADC}" type="presParOf" srcId="{08F854F5-4B8C-4FC6-B646-8CC24D28CCAA}" destId="{0D96365B-DBD7-4069-8CE7-6CF60F9CC772}" srcOrd="11" destOrd="0" presId="urn:microsoft.com/office/officeart/2005/8/layout/hProcess7"/>
    <dgm:cxn modelId="{AF2B5B02-3E9B-471C-80B3-48664CE469FC}" type="presParOf" srcId="{08F854F5-4B8C-4FC6-B646-8CC24D28CCAA}" destId="{A6096595-747B-42D3-A3E0-4597DC640D8A}" srcOrd="12" destOrd="0" presId="urn:microsoft.com/office/officeart/2005/8/layout/hProcess7"/>
    <dgm:cxn modelId="{D3F301D3-6936-4342-A338-147C48407F8E}" type="presParOf" srcId="{A6096595-747B-42D3-A3E0-4597DC640D8A}" destId="{428F14E9-F6A2-4232-A597-B94C6227B0F9}" srcOrd="0" destOrd="0" presId="urn:microsoft.com/office/officeart/2005/8/layout/hProcess7"/>
    <dgm:cxn modelId="{03321864-09FC-4A56-ABF1-9BA2776988E7}" type="presParOf" srcId="{A6096595-747B-42D3-A3E0-4597DC640D8A}" destId="{F4B3456F-30E1-4367-B82A-BAFB80B11BC9}" srcOrd="1" destOrd="0" presId="urn:microsoft.com/office/officeart/2005/8/layout/hProcess7"/>
    <dgm:cxn modelId="{B77D9115-2AFD-4B44-9ACE-C171EA7B59E9}" type="presParOf" srcId="{08F854F5-4B8C-4FC6-B646-8CC24D28CCAA}" destId="{C472F832-712C-490D-A2D1-7DC381CF6413}" srcOrd="13" destOrd="0" presId="urn:microsoft.com/office/officeart/2005/8/layout/hProcess7"/>
    <dgm:cxn modelId="{57B00557-DFE3-42B0-828B-2C9E139C029F}" type="presParOf" srcId="{08F854F5-4B8C-4FC6-B646-8CC24D28CCAA}" destId="{30458FA6-3905-47AB-A478-118872A99293}" srcOrd="14" destOrd="0" presId="urn:microsoft.com/office/officeart/2005/8/layout/hProcess7"/>
    <dgm:cxn modelId="{59E48F2E-9A26-41F6-84D6-F807EE8961A6}" type="presParOf" srcId="{30458FA6-3905-47AB-A478-118872A99293}" destId="{DE270E8E-DD78-4ADE-B126-04450AD0CF0F}" srcOrd="0" destOrd="0" presId="urn:microsoft.com/office/officeart/2005/8/layout/hProcess7"/>
    <dgm:cxn modelId="{8E26336D-51A0-4760-AC36-C27B3C966D43}" type="presParOf" srcId="{30458FA6-3905-47AB-A478-118872A99293}" destId="{FB9B6C36-99AD-4E54-B67D-AF41A8CF0590}" srcOrd="1" destOrd="0" presId="urn:microsoft.com/office/officeart/2005/8/layout/hProcess7"/>
    <dgm:cxn modelId="{C33190D1-D7FC-4FFD-BF90-51DEA0080D01}" type="presParOf" srcId="{30458FA6-3905-47AB-A478-118872A99293}" destId="{492C47E4-A0C0-4F04-8335-14ADCBF8C165}" srcOrd="2" destOrd="0" presId="urn:microsoft.com/office/officeart/2005/8/layout/hProcess7"/>
    <dgm:cxn modelId="{EA077C01-EB9B-4D2D-9D56-6BE7F9E31BF6}" type="presParOf" srcId="{08F854F5-4B8C-4FC6-B646-8CC24D28CCAA}" destId="{D28A2410-B352-4EAC-B871-A4B18D40D6A8}" srcOrd="15" destOrd="0" presId="urn:microsoft.com/office/officeart/2005/8/layout/hProcess7"/>
    <dgm:cxn modelId="{F2275157-907F-46B5-BD34-5EFEA003F7DB}" type="presParOf" srcId="{08F854F5-4B8C-4FC6-B646-8CC24D28CCAA}" destId="{7E70F3A4-DD9A-4AAF-9EC7-B78FC4FD55FA}" srcOrd="16" destOrd="0" presId="urn:microsoft.com/office/officeart/2005/8/layout/hProcess7"/>
    <dgm:cxn modelId="{501C7CD1-B34A-480F-AA96-7BC2395DC227}" type="presParOf" srcId="{7E70F3A4-DD9A-4AAF-9EC7-B78FC4FD55FA}" destId="{988A83D4-3C65-4E8B-A1EA-06DE01FBC290}" srcOrd="0" destOrd="0" presId="urn:microsoft.com/office/officeart/2005/8/layout/hProcess7"/>
    <dgm:cxn modelId="{07D89419-A2A0-4259-80D9-448F7192FA84}" type="presParOf" srcId="{7E70F3A4-DD9A-4AAF-9EC7-B78FC4FD55FA}" destId="{A5A2B927-0F08-493E-ABF7-6709FAA6A8A5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0570B3-D23E-4D97-ABF2-7F12EDA62B6D}" type="doc">
      <dgm:prSet loTypeId="urn:microsoft.com/office/officeart/2005/8/layout/lProcess2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D0DDABD-1AD9-4B79-AB90-56846D77127F}">
      <dgm:prSet phldrT="[Text]"/>
      <dgm:spPr/>
      <dgm:t>
        <a:bodyPr/>
        <a:lstStyle/>
        <a:p>
          <a:pPr>
            <a:buNone/>
          </a:pPr>
          <a:r>
            <a:rPr lang="en-IN" b="1" dirty="0"/>
            <a:t>Module 1: Legal Research</a:t>
          </a:r>
        </a:p>
      </dgm:t>
    </dgm:pt>
    <dgm:pt modelId="{BBE3F132-EC11-4394-BABC-832E764F4742}" type="parTrans" cxnId="{7DA89CE2-1250-4562-A443-7377EB15A324}">
      <dgm:prSet/>
      <dgm:spPr/>
      <dgm:t>
        <a:bodyPr/>
        <a:lstStyle/>
        <a:p>
          <a:endParaRPr lang="en-IN"/>
        </a:p>
      </dgm:t>
    </dgm:pt>
    <dgm:pt modelId="{35D7095B-AFAD-46B7-A709-BECC301A291D}" type="sibTrans" cxnId="{7DA89CE2-1250-4562-A443-7377EB15A324}">
      <dgm:prSet/>
      <dgm:spPr/>
      <dgm:t>
        <a:bodyPr/>
        <a:lstStyle/>
        <a:p>
          <a:endParaRPr lang="en-IN"/>
        </a:p>
      </dgm:t>
    </dgm:pt>
    <dgm:pt modelId="{A41F822D-5E37-42D2-93E0-7F68E32CABB5}">
      <dgm:prSet phldrT="[Text]"/>
      <dgm:spPr/>
      <dgm:t>
        <a:bodyPr/>
        <a:lstStyle/>
        <a:p>
          <a:pPr>
            <a:buNone/>
          </a:pPr>
          <a:r>
            <a:rPr lang="en-US" dirty="0"/>
            <a:t>Users can enter any legal query or prompt, not just a clause.</a:t>
          </a:r>
          <a:endParaRPr lang="en-IN" dirty="0"/>
        </a:p>
      </dgm:t>
    </dgm:pt>
    <dgm:pt modelId="{790C6EB6-1598-4979-A07B-3DE806C119AB}" type="parTrans" cxnId="{EA687721-2835-416A-BF26-D4394320B529}">
      <dgm:prSet/>
      <dgm:spPr/>
      <dgm:t>
        <a:bodyPr/>
        <a:lstStyle/>
        <a:p>
          <a:endParaRPr lang="en-IN"/>
        </a:p>
      </dgm:t>
    </dgm:pt>
    <dgm:pt modelId="{82A812D5-3820-4659-A275-38EE888C83C1}" type="sibTrans" cxnId="{EA687721-2835-416A-BF26-D4394320B529}">
      <dgm:prSet/>
      <dgm:spPr/>
      <dgm:t>
        <a:bodyPr/>
        <a:lstStyle/>
        <a:p>
          <a:endParaRPr lang="en-IN"/>
        </a:p>
      </dgm:t>
    </dgm:pt>
    <dgm:pt modelId="{338EA57E-EECB-4897-A689-E9A8993153FC}">
      <dgm:prSet phldrT="[Text]"/>
      <dgm:spPr/>
      <dgm:t>
        <a:bodyPr/>
        <a:lstStyle/>
        <a:p>
          <a:pPr>
            <a:buNone/>
          </a:pPr>
          <a:r>
            <a:rPr lang="en-US" dirty="0"/>
            <a:t>The system identifies the type of query and maps it to the relevant clause category.</a:t>
          </a:r>
          <a:endParaRPr lang="en-IN" dirty="0"/>
        </a:p>
      </dgm:t>
    </dgm:pt>
    <dgm:pt modelId="{74108AA1-704B-4FDF-B99E-C114CD680191}" type="parTrans" cxnId="{792F53B6-A5FB-4FA7-B6C9-E6CDCF459A1D}">
      <dgm:prSet/>
      <dgm:spPr/>
      <dgm:t>
        <a:bodyPr/>
        <a:lstStyle/>
        <a:p>
          <a:endParaRPr lang="en-IN"/>
        </a:p>
      </dgm:t>
    </dgm:pt>
    <dgm:pt modelId="{0EA0BD51-3A03-444A-BD3C-1E9E999FCEB1}" type="sibTrans" cxnId="{792F53B6-A5FB-4FA7-B6C9-E6CDCF459A1D}">
      <dgm:prSet/>
      <dgm:spPr/>
      <dgm:t>
        <a:bodyPr/>
        <a:lstStyle/>
        <a:p>
          <a:endParaRPr lang="en-IN"/>
        </a:p>
      </dgm:t>
    </dgm:pt>
    <dgm:pt modelId="{3C7F5D0D-3F7B-4FDB-B0CF-1D9C43532C55}">
      <dgm:prSet phldrT="[Text]"/>
      <dgm:spPr/>
      <dgm:t>
        <a:bodyPr/>
        <a:lstStyle/>
        <a:p>
          <a:pPr>
            <a:buNone/>
          </a:pPr>
          <a:r>
            <a:rPr lang="en-IN" b="1" dirty="0"/>
            <a:t>Module 2. Clause Classifier</a:t>
          </a:r>
        </a:p>
      </dgm:t>
    </dgm:pt>
    <dgm:pt modelId="{D229BD09-2DBB-4F0E-BF03-2512634C2FB6}" type="parTrans" cxnId="{AF07654B-C593-46A1-AA15-71DE1F823FA9}">
      <dgm:prSet/>
      <dgm:spPr/>
      <dgm:t>
        <a:bodyPr/>
        <a:lstStyle/>
        <a:p>
          <a:endParaRPr lang="en-IN"/>
        </a:p>
      </dgm:t>
    </dgm:pt>
    <dgm:pt modelId="{7E38BD8E-FAF7-402D-931B-290925E8F43C}" type="sibTrans" cxnId="{AF07654B-C593-46A1-AA15-71DE1F823FA9}">
      <dgm:prSet/>
      <dgm:spPr/>
      <dgm:t>
        <a:bodyPr/>
        <a:lstStyle/>
        <a:p>
          <a:endParaRPr lang="en-IN"/>
        </a:p>
      </dgm:t>
    </dgm:pt>
    <dgm:pt modelId="{3077FE1C-CA68-4B44-806A-1C55B050CBB5}">
      <dgm:prSet phldrT="[Text]"/>
      <dgm:spPr/>
      <dgm:t>
        <a:bodyPr/>
        <a:lstStyle/>
        <a:p>
          <a:pPr>
            <a:buNone/>
          </a:pPr>
          <a:r>
            <a:rPr lang="en-US" dirty="0"/>
            <a:t>Users can submit a clause or legal query to classify what type of clause it belongs to.</a:t>
          </a:r>
          <a:endParaRPr lang="en-IN" dirty="0"/>
        </a:p>
      </dgm:t>
    </dgm:pt>
    <dgm:pt modelId="{F9A3A959-FBD7-4A05-A641-D66574346893}" type="parTrans" cxnId="{C4C79686-2760-4619-8C6D-A85176E34CBA}">
      <dgm:prSet/>
      <dgm:spPr/>
      <dgm:t>
        <a:bodyPr/>
        <a:lstStyle/>
        <a:p>
          <a:endParaRPr lang="en-IN"/>
        </a:p>
      </dgm:t>
    </dgm:pt>
    <dgm:pt modelId="{EC7CAECF-6252-4BC9-A97C-06F4BC5E3886}" type="sibTrans" cxnId="{C4C79686-2760-4619-8C6D-A85176E34CBA}">
      <dgm:prSet/>
      <dgm:spPr/>
      <dgm:t>
        <a:bodyPr/>
        <a:lstStyle/>
        <a:p>
          <a:endParaRPr lang="en-IN"/>
        </a:p>
      </dgm:t>
    </dgm:pt>
    <dgm:pt modelId="{356A20A9-A744-4601-A311-7AD751626EB1}">
      <dgm:prSet phldrT="[Text]"/>
      <dgm:spPr/>
      <dgm:t>
        <a:bodyPr/>
        <a:lstStyle/>
        <a:p>
          <a:pPr>
            <a:buNone/>
          </a:pPr>
          <a:r>
            <a:rPr lang="en-US" dirty="0"/>
            <a:t>The system labels the clause category automatically.</a:t>
          </a:r>
          <a:endParaRPr lang="en-IN" dirty="0"/>
        </a:p>
      </dgm:t>
    </dgm:pt>
    <dgm:pt modelId="{D2BE254A-2EF4-429A-B94C-5543EF963568}" type="parTrans" cxnId="{D6A08ADA-DB34-4C19-BB4C-EB52CE7FD462}">
      <dgm:prSet/>
      <dgm:spPr/>
      <dgm:t>
        <a:bodyPr/>
        <a:lstStyle/>
        <a:p>
          <a:endParaRPr lang="en-IN"/>
        </a:p>
      </dgm:t>
    </dgm:pt>
    <dgm:pt modelId="{F9D4A4DB-B98F-42E1-BE13-B51B858D55F2}" type="sibTrans" cxnId="{D6A08ADA-DB34-4C19-BB4C-EB52CE7FD462}">
      <dgm:prSet/>
      <dgm:spPr/>
      <dgm:t>
        <a:bodyPr/>
        <a:lstStyle/>
        <a:p>
          <a:endParaRPr lang="en-IN"/>
        </a:p>
      </dgm:t>
    </dgm:pt>
    <dgm:pt modelId="{8987DABC-E4DC-45FD-8D74-F87809337632}">
      <dgm:prSet phldrT="[Text]"/>
      <dgm:spPr/>
      <dgm:t>
        <a:bodyPr/>
        <a:lstStyle/>
        <a:p>
          <a:pPr>
            <a:buNone/>
          </a:pPr>
          <a:r>
            <a:rPr lang="en-IN" b="1" dirty="0"/>
            <a:t>Module 3. Risk Analysis</a:t>
          </a:r>
        </a:p>
      </dgm:t>
    </dgm:pt>
    <dgm:pt modelId="{D53D88F8-8061-4349-8910-280824296313}" type="parTrans" cxnId="{902B9CE4-2D0D-421C-AE02-B666BB6BDA20}">
      <dgm:prSet/>
      <dgm:spPr/>
      <dgm:t>
        <a:bodyPr/>
        <a:lstStyle/>
        <a:p>
          <a:endParaRPr lang="en-IN"/>
        </a:p>
      </dgm:t>
    </dgm:pt>
    <dgm:pt modelId="{CC7973B1-86ED-4C63-AC49-93AD1FB48227}" type="sibTrans" cxnId="{902B9CE4-2D0D-421C-AE02-B666BB6BDA20}">
      <dgm:prSet/>
      <dgm:spPr/>
      <dgm:t>
        <a:bodyPr/>
        <a:lstStyle/>
        <a:p>
          <a:endParaRPr lang="en-IN"/>
        </a:p>
      </dgm:t>
    </dgm:pt>
    <dgm:pt modelId="{3D831F39-B321-45F7-8F84-E06A70929973}">
      <dgm:prSet phldrT="[Text]"/>
      <dgm:spPr/>
      <dgm:t>
        <a:bodyPr/>
        <a:lstStyle/>
        <a:p>
          <a:pPr>
            <a:buNone/>
          </a:pPr>
          <a:r>
            <a:rPr lang="en-US" dirty="0"/>
            <a:t>Users can analyze the risk level associated with a clause or legal situation.</a:t>
          </a:r>
          <a:endParaRPr lang="en-IN" dirty="0"/>
        </a:p>
      </dgm:t>
    </dgm:pt>
    <dgm:pt modelId="{E96538A1-38BB-42A1-B6A5-F6763EB6EB85}" type="parTrans" cxnId="{7E5DD033-05B4-4BBE-8B54-FACD0C2EC2BB}">
      <dgm:prSet/>
      <dgm:spPr/>
      <dgm:t>
        <a:bodyPr/>
        <a:lstStyle/>
        <a:p>
          <a:endParaRPr lang="en-IN"/>
        </a:p>
      </dgm:t>
    </dgm:pt>
    <dgm:pt modelId="{A1D5D49C-AE2E-4034-A409-4C453BB4B06C}" type="sibTrans" cxnId="{7E5DD033-05B4-4BBE-8B54-FACD0C2EC2BB}">
      <dgm:prSet/>
      <dgm:spPr/>
      <dgm:t>
        <a:bodyPr/>
        <a:lstStyle/>
        <a:p>
          <a:endParaRPr lang="en-IN"/>
        </a:p>
      </dgm:t>
    </dgm:pt>
    <dgm:pt modelId="{2371FDC8-CA2D-4A42-B99A-189E2FF0083A}">
      <dgm:prSet phldrT="[Text]"/>
      <dgm:spPr/>
      <dgm:t>
        <a:bodyPr/>
        <a:lstStyle/>
        <a:p>
          <a:pPr>
            <a:buNone/>
          </a:pPr>
          <a:r>
            <a:rPr lang="en-US" dirty="0"/>
            <a:t>The system evaluates risk from </a:t>
          </a:r>
          <a:r>
            <a:rPr lang="en-US" b="1" dirty="0"/>
            <a:t>Low to Critical</a:t>
          </a:r>
          <a:r>
            <a:rPr lang="en-US" dirty="0"/>
            <a:t>.</a:t>
          </a:r>
          <a:endParaRPr lang="en-IN" dirty="0"/>
        </a:p>
      </dgm:t>
    </dgm:pt>
    <dgm:pt modelId="{B24143A2-A091-488F-B037-05A04412E890}" type="parTrans" cxnId="{C34E3096-030B-423B-865C-6E52B4A8CDF8}">
      <dgm:prSet/>
      <dgm:spPr/>
      <dgm:t>
        <a:bodyPr/>
        <a:lstStyle/>
        <a:p>
          <a:endParaRPr lang="en-IN"/>
        </a:p>
      </dgm:t>
    </dgm:pt>
    <dgm:pt modelId="{B4282AE3-E9BE-4888-86AB-9D23BC66B12A}" type="sibTrans" cxnId="{C34E3096-030B-423B-865C-6E52B4A8CDF8}">
      <dgm:prSet/>
      <dgm:spPr/>
      <dgm:t>
        <a:bodyPr/>
        <a:lstStyle/>
        <a:p>
          <a:endParaRPr lang="en-IN"/>
        </a:p>
      </dgm:t>
    </dgm:pt>
    <dgm:pt modelId="{9ED6B7ED-A075-43A6-973E-89B4C305F231}">
      <dgm:prSet phldrT="[Text]"/>
      <dgm:spPr/>
      <dgm:t>
        <a:bodyPr/>
        <a:lstStyle/>
        <a:p>
          <a:pPr>
            <a:buNone/>
          </a:pPr>
          <a:r>
            <a:rPr lang="en-IN" dirty="0"/>
            <a:t>Providing: one-sentence explanation or solution, </a:t>
          </a:r>
          <a:r>
            <a:rPr lang="en-US" dirty="0"/>
            <a:t>Key points related to the query, </a:t>
          </a:r>
          <a:r>
            <a:rPr lang="en-IN" dirty="0"/>
            <a:t>Risk assessment,</a:t>
          </a:r>
          <a:r>
            <a:rPr lang="en-US" dirty="0"/>
            <a:t> Recommendations based on the analysis, </a:t>
          </a:r>
          <a:r>
            <a:rPr lang="en-IN" dirty="0"/>
            <a:t>Clause type identification and </a:t>
          </a:r>
          <a:r>
            <a:rPr lang="en-US" dirty="0"/>
            <a:t>Similar related clauses for additional context</a:t>
          </a:r>
          <a:endParaRPr lang="en-IN" dirty="0"/>
        </a:p>
      </dgm:t>
    </dgm:pt>
    <dgm:pt modelId="{08A03EA5-051B-4C77-9F6B-FE932A1EFF59}" type="parTrans" cxnId="{D2E638E0-A784-452E-8486-9660967D0182}">
      <dgm:prSet/>
      <dgm:spPr/>
      <dgm:t>
        <a:bodyPr/>
        <a:lstStyle/>
        <a:p>
          <a:endParaRPr lang="en-IN"/>
        </a:p>
      </dgm:t>
    </dgm:pt>
    <dgm:pt modelId="{67881EE9-787E-4C10-8D4E-A5B0DC4FB204}" type="sibTrans" cxnId="{D2E638E0-A784-452E-8486-9660967D0182}">
      <dgm:prSet/>
      <dgm:spPr/>
      <dgm:t>
        <a:bodyPr/>
        <a:lstStyle/>
        <a:p>
          <a:endParaRPr lang="en-IN"/>
        </a:p>
      </dgm:t>
    </dgm:pt>
    <dgm:pt modelId="{C5FF073E-FB57-49B4-B8E4-D6FD6F24FF0B}">
      <dgm:prSet phldrT="[Text]"/>
      <dgm:spPr/>
      <dgm:t>
        <a:bodyPr/>
        <a:lstStyle/>
        <a:p>
          <a:pPr>
            <a:buNone/>
          </a:pPr>
          <a:r>
            <a:rPr lang="en-US" dirty="0"/>
            <a:t>The interface also supports different user personas </a:t>
          </a:r>
          <a:endParaRPr lang="en-IN" dirty="0"/>
        </a:p>
      </dgm:t>
    </dgm:pt>
    <dgm:pt modelId="{6F6C40FD-2B12-45D3-9031-F84B180D4CC9}" type="parTrans" cxnId="{B2540F7F-E9DF-4072-A836-1D6F53CF5013}">
      <dgm:prSet/>
      <dgm:spPr/>
      <dgm:t>
        <a:bodyPr/>
        <a:lstStyle/>
        <a:p>
          <a:endParaRPr lang="en-IN"/>
        </a:p>
      </dgm:t>
    </dgm:pt>
    <dgm:pt modelId="{EA5C89D9-2ABB-4A24-9BAD-B6C37DB8D372}" type="sibTrans" cxnId="{B2540F7F-E9DF-4072-A836-1D6F53CF5013}">
      <dgm:prSet/>
      <dgm:spPr/>
      <dgm:t>
        <a:bodyPr/>
        <a:lstStyle/>
        <a:p>
          <a:endParaRPr lang="en-IN"/>
        </a:p>
      </dgm:t>
    </dgm:pt>
    <dgm:pt modelId="{E626E5E7-A931-400A-8F86-235BC9A596EE}">
      <dgm:prSet phldrT="[Text]"/>
      <dgm:spPr/>
      <dgm:t>
        <a:bodyPr/>
        <a:lstStyle/>
        <a:p>
          <a:pPr>
            <a:buNone/>
          </a:pPr>
          <a:r>
            <a:rPr lang="en-US" dirty="0"/>
            <a:t>For each user type, the system provides, Suggested questions they can ask, </a:t>
          </a:r>
          <a:r>
            <a:rPr lang="en-IN" dirty="0"/>
            <a:t>Recommended clause examples and Use-case specific legal queries </a:t>
          </a:r>
        </a:p>
      </dgm:t>
    </dgm:pt>
    <dgm:pt modelId="{D4C9873A-7229-4D72-BA85-EFF4097519D0}" type="parTrans" cxnId="{0E5DDF9D-C169-43F5-A62B-EDE6555D9C70}">
      <dgm:prSet/>
      <dgm:spPr/>
      <dgm:t>
        <a:bodyPr/>
        <a:lstStyle/>
        <a:p>
          <a:endParaRPr lang="en-IN"/>
        </a:p>
      </dgm:t>
    </dgm:pt>
    <dgm:pt modelId="{212414FD-D843-4F3C-83C8-D41A297C0934}" type="sibTrans" cxnId="{0E5DDF9D-C169-43F5-A62B-EDE6555D9C70}">
      <dgm:prSet/>
      <dgm:spPr/>
      <dgm:t>
        <a:bodyPr/>
        <a:lstStyle/>
        <a:p>
          <a:endParaRPr lang="en-IN"/>
        </a:p>
      </dgm:t>
    </dgm:pt>
    <dgm:pt modelId="{21FC688B-DB1A-43CC-AE5A-D149465FB4D6}">
      <dgm:prSet phldrT="[Text]"/>
      <dgm:spPr/>
      <dgm:t>
        <a:bodyPr/>
        <a:lstStyle/>
        <a:p>
          <a:pPr>
            <a:buNone/>
          </a:pPr>
          <a:r>
            <a:rPr lang="en-US" b="1" dirty="0"/>
            <a:t>Example:</a:t>
          </a:r>
          <a:br>
            <a:rPr lang="en-US" dirty="0"/>
          </a:br>
          <a:r>
            <a:rPr lang="en-US" dirty="0"/>
            <a:t>A student facing rental agreement issues can receive an analysis showing whether their situation is low, medium, high, or critical risk, along with guidance.</a:t>
          </a:r>
          <a:endParaRPr lang="en-IN" dirty="0"/>
        </a:p>
      </dgm:t>
    </dgm:pt>
    <dgm:pt modelId="{83150637-2EC3-48D7-9E6B-0A592F2E0AA3}" type="parTrans" cxnId="{7848E259-F9AC-4D4E-89D0-65CB0F49583E}">
      <dgm:prSet/>
      <dgm:spPr/>
      <dgm:t>
        <a:bodyPr/>
        <a:lstStyle/>
        <a:p>
          <a:endParaRPr lang="en-IN"/>
        </a:p>
      </dgm:t>
    </dgm:pt>
    <dgm:pt modelId="{87DED4CA-5BEE-4286-8408-B9C70A1A95F5}" type="sibTrans" cxnId="{7848E259-F9AC-4D4E-89D0-65CB0F49583E}">
      <dgm:prSet/>
      <dgm:spPr/>
      <dgm:t>
        <a:bodyPr/>
        <a:lstStyle/>
        <a:p>
          <a:endParaRPr lang="en-IN"/>
        </a:p>
      </dgm:t>
    </dgm:pt>
    <dgm:pt modelId="{D12E9A16-9835-4279-BF59-A5E1B3A03EC5}" type="pres">
      <dgm:prSet presAssocID="{DD0570B3-D23E-4D97-ABF2-7F12EDA62B6D}" presName="theList" presStyleCnt="0">
        <dgm:presLayoutVars>
          <dgm:dir/>
          <dgm:animLvl val="lvl"/>
          <dgm:resizeHandles val="exact"/>
        </dgm:presLayoutVars>
      </dgm:prSet>
      <dgm:spPr/>
    </dgm:pt>
    <dgm:pt modelId="{EB3F53E3-BF75-425A-AF8F-AF96E73FC626}" type="pres">
      <dgm:prSet presAssocID="{1D0DDABD-1AD9-4B79-AB90-56846D77127F}" presName="compNode" presStyleCnt="0"/>
      <dgm:spPr/>
    </dgm:pt>
    <dgm:pt modelId="{3B367462-A022-4F88-BD30-3F0ACE827303}" type="pres">
      <dgm:prSet presAssocID="{1D0DDABD-1AD9-4B79-AB90-56846D77127F}" presName="aNode" presStyleLbl="bgShp" presStyleIdx="0" presStyleCnt="3"/>
      <dgm:spPr/>
    </dgm:pt>
    <dgm:pt modelId="{C312236D-A2D3-4533-9718-3477FB2CCCEB}" type="pres">
      <dgm:prSet presAssocID="{1D0DDABD-1AD9-4B79-AB90-56846D77127F}" presName="textNode" presStyleLbl="bgShp" presStyleIdx="0" presStyleCnt="3"/>
      <dgm:spPr/>
    </dgm:pt>
    <dgm:pt modelId="{94412F24-6B29-41CA-88C4-9F1B99A8C88A}" type="pres">
      <dgm:prSet presAssocID="{1D0DDABD-1AD9-4B79-AB90-56846D77127F}" presName="compChildNode" presStyleCnt="0"/>
      <dgm:spPr/>
    </dgm:pt>
    <dgm:pt modelId="{8FFCB1AD-1902-4A4A-8059-162A086AD528}" type="pres">
      <dgm:prSet presAssocID="{1D0DDABD-1AD9-4B79-AB90-56846D77127F}" presName="theInnerList" presStyleCnt="0"/>
      <dgm:spPr/>
    </dgm:pt>
    <dgm:pt modelId="{9E7817F7-46A6-4AC4-A1FA-0F0038ED6C1E}" type="pres">
      <dgm:prSet presAssocID="{A41F822D-5E37-42D2-93E0-7F68E32CABB5}" presName="childNode" presStyleLbl="node1" presStyleIdx="0" presStyleCnt="10">
        <dgm:presLayoutVars>
          <dgm:bulletEnabled val="1"/>
        </dgm:presLayoutVars>
      </dgm:prSet>
      <dgm:spPr/>
    </dgm:pt>
    <dgm:pt modelId="{6B572227-FBE8-47BC-AB4E-98958A13AFB6}" type="pres">
      <dgm:prSet presAssocID="{A41F822D-5E37-42D2-93E0-7F68E32CABB5}" presName="aSpace2" presStyleCnt="0"/>
      <dgm:spPr/>
    </dgm:pt>
    <dgm:pt modelId="{3A2109CE-D67F-4CE4-B6D4-15D43F3E4DD6}" type="pres">
      <dgm:prSet presAssocID="{338EA57E-EECB-4897-A689-E9A8993153FC}" presName="childNode" presStyleLbl="node1" presStyleIdx="1" presStyleCnt="10">
        <dgm:presLayoutVars>
          <dgm:bulletEnabled val="1"/>
        </dgm:presLayoutVars>
      </dgm:prSet>
      <dgm:spPr/>
    </dgm:pt>
    <dgm:pt modelId="{30798DD6-9AEC-4EEA-A83C-796C869774AB}" type="pres">
      <dgm:prSet presAssocID="{338EA57E-EECB-4897-A689-E9A8993153FC}" presName="aSpace2" presStyleCnt="0"/>
      <dgm:spPr/>
    </dgm:pt>
    <dgm:pt modelId="{76CD0FED-F83E-44E4-BD53-2779A39CE139}" type="pres">
      <dgm:prSet presAssocID="{9ED6B7ED-A075-43A6-973E-89B4C305F231}" presName="childNode" presStyleLbl="node1" presStyleIdx="2" presStyleCnt="10">
        <dgm:presLayoutVars>
          <dgm:bulletEnabled val="1"/>
        </dgm:presLayoutVars>
      </dgm:prSet>
      <dgm:spPr/>
    </dgm:pt>
    <dgm:pt modelId="{795A7096-FA40-4900-B855-2278A2E4C081}" type="pres">
      <dgm:prSet presAssocID="{1D0DDABD-1AD9-4B79-AB90-56846D77127F}" presName="aSpace" presStyleCnt="0"/>
      <dgm:spPr/>
    </dgm:pt>
    <dgm:pt modelId="{DB5B0A58-8CB0-47FD-BDA1-498192EB8860}" type="pres">
      <dgm:prSet presAssocID="{3C7F5D0D-3F7B-4FDB-B0CF-1D9C43532C55}" presName="compNode" presStyleCnt="0"/>
      <dgm:spPr/>
    </dgm:pt>
    <dgm:pt modelId="{CFD33030-E8F9-4747-9368-D1045ACA422A}" type="pres">
      <dgm:prSet presAssocID="{3C7F5D0D-3F7B-4FDB-B0CF-1D9C43532C55}" presName="aNode" presStyleLbl="bgShp" presStyleIdx="1" presStyleCnt="3"/>
      <dgm:spPr/>
    </dgm:pt>
    <dgm:pt modelId="{D37EC4EB-705D-4227-A360-4D975D0FE56A}" type="pres">
      <dgm:prSet presAssocID="{3C7F5D0D-3F7B-4FDB-B0CF-1D9C43532C55}" presName="textNode" presStyleLbl="bgShp" presStyleIdx="1" presStyleCnt="3"/>
      <dgm:spPr/>
    </dgm:pt>
    <dgm:pt modelId="{EB03B048-DBDB-4F10-B824-4B9819CF76BB}" type="pres">
      <dgm:prSet presAssocID="{3C7F5D0D-3F7B-4FDB-B0CF-1D9C43532C55}" presName="compChildNode" presStyleCnt="0"/>
      <dgm:spPr/>
    </dgm:pt>
    <dgm:pt modelId="{D5184E13-0FA7-4882-879C-A0BAE776232C}" type="pres">
      <dgm:prSet presAssocID="{3C7F5D0D-3F7B-4FDB-B0CF-1D9C43532C55}" presName="theInnerList" presStyleCnt="0"/>
      <dgm:spPr/>
    </dgm:pt>
    <dgm:pt modelId="{30DAC50B-1B71-45C3-A7DB-8B8F68930F42}" type="pres">
      <dgm:prSet presAssocID="{3077FE1C-CA68-4B44-806A-1C55B050CBB5}" presName="childNode" presStyleLbl="node1" presStyleIdx="3" presStyleCnt="10">
        <dgm:presLayoutVars>
          <dgm:bulletEnabled val="1"/>
        </dgm:presLayoutVars>
      </dgm:prSet>
      <dgm:spPr/>
    </dgm:pt>
    <dgm:pt modelId="{FD0A640C-7D89-4B51-BD10-A45DF4387717}" type="pres">
      <dgm:prSet presAssocID="{3077FE1C-CA68-4B44-806A-1C55B050CBB5}" presName="aSpace2" presStyleCnt="0"/>
      <dgm:spPr/>
    </dgm:pt>
    <dgm:pt modelId="{B3B91748-C664-43A9-9835-754C9D301E56}" type="pres">
      <dgm:prSet presAssocID="{356A20A9-A744-4601-A311-7AD751626EB1}" presName="childNode" presStyleLbl="node1" presStyleIdx="4" presStyleCnt="10">
        <dgm:presLayoutVars>
          <dgm:bulletEnabled val="1"/>
        </dgm:presLayoutVars>
      </dgm:prSet>
      <dgm:spPr/>
    </dgm:pt>
    <dgm:pt modelId="{B8A9C22F-789C-4FA5-9174-9B026AF5534D}" type="pres">
      <dgm:prSet presAssocID="{356A20A9-A744-4601-A311-7AD751626EB1}" presName="aSpace2" presStyleCnt="0"/>
      <dgm:spPr/>
    </dgm:pt>
    <dgm:pt modelId="{B8375B98-33C6-4D8A-B444-8F510E6D5F56}" type="pres">
      <dgm:prSet presAssocID="{C5FF073E-FB57-49B4-B8E4-D6FD6F24FF0B}" presName="childNode" presStyleLbl="node1" presStyleIdx="5" presStyleCnt="10">
        <dgm:presLayoutVars>
          <dgm:bulletEnabled val="1"/>
        </dgm:presLayoutVars>
      </dgm:prSet>
      <dgm:spPr/>
    </dgm:pt>
    <dgm:pt modelId="{59C2D40B-A0AC-4AD3-80CB-1662509879CE}" type="pres">
      <dgm:prSet presAssocID="{C5FF073E-FB57-49B4-B8E4-D6FD6F24FF0B}" presName="aSpace2" presStyleCnt="0"/>
      <dgm:spPr/>
    </dgm:pt>
    <dgm:pt modelId="{3EC364C1-9935-43DB-9A85-34667301E836}" type="pres">
      <dgm:prSet presAssocID="{E626E5E7-A931-400A-8F86-235BC9A596EE}" presName="childNode" presStyleLbl="node1" presStyleIdx="6" presStyleCnt="10">
        <dgm:presLayoutVars>
          <dgm:bulletEnabled val="1"/>
        </dgm:presLayoutVars>
      </dgm:prSet>
      <dgm:spPr/>
    </dgm:pt>
    <dgm:pt modelId="{758B8419-CAB6-4093-B60D-EC288C43CA60}" type="pres">
      <dgm:prSet presAssocID="{3C7F5D0D-3F7B-4FDB-B0CF-1D9C43532C55}" presName="aSpace" presStyleCnt="0"/>
      <dgm:spPr/>
    </dgm:pt>
    <dgm:pt modelId="{DFCFB6E4-DF6E-4A2A-9527-882754463991}" type="pres">
      <dgm:prSet presAssocID="{8987DABC-E4DC-45FD-8D74-F87809337632}" presName="compNode" presStyleCnt="0"/>
      <dgm:spPr/>
    </dgm:pt>
    <dgm:pt modelId="{DC14C9B4-CE0E-4369-A4A8-8083B5A3A458}" type="pres">
      <dgm:prSet presAssocID="{8987DABC-E4DC-45FD-8D74-F87809337632}" presName="aNode" presStyleLbl="bgShp" presStyleIdx="2" presStyleCnt="3"/>
      <dgm:spPr/>
    </dgm:pt>
    <dgm:pt modelId="{5F7C5275-0D73-49AF-88BA-201DD3183796}" type="pres">
      <dgm:prSet presAssocID="{8987DABC-E4DC-45FD-8D74-F87809337632}" presName="textNode" presStyleLbl="bgShp" presStyleIdx="2" presStyleCnt="3"/>
      <dgm:spPr/>
    </dgm:pt>
    <dgm:pt modelId="{75EA7E3F-5545-4D00-B94B-6B38D31FF80E}" type="pres">
      <dgm:prSet presAssocID="{8987DABC-E4DC-45FD-8D74-F87809337632}" presName="compChildNode" presStyleCnt="0"/>
      <dgm:spPr/>
    </dgm:pt>
    <dgm:pt modelId="{30768E80-B755-4357-A03E-05D8DE2D42BB}" type="pres">
      <dgm:prSet presAssocID="{8987DABC-E4DC-45FD-8D74-F87809337632}" presName="theInnerList" presStyleCnt="0"/>
      <dgm:spPr/>
    </dgm:pt>
    <dgm:pt modelId="{1C75DDB4-9200-4B69-9924-C901C8E43735}" type="pres">
      <dgm:prSet presAssocID="{3D831F39-B321-45F7-8F84-E06A70929973}" presName="childNode" presStyleLbl="node1" presStyleIdx="7" presStyleCnt="10">
        <dgm:presLayoutVars>
          <dgm:bulletEnabled val="1"/>
        </dgm:presLayoutVars>
      </dgm:prSet>
      <dgm:spPr/>
    </dgm:pt>
    <dgm:pt modelId="{02FA9F45-FFBE-44DD-B4E9-81A75854C0C2}" type="pres">
      <dgm:prSet presAssocID="{3D831F39-B321-45F7-8F84-E06A70929973}" presName="aSpace2" presStyleCnt="0"/>
      <dgm:spPr/>
    </dgm:pt>
    <dgm:pt modelId="{6D1B46B3-9186-42A2-B59C-278E37E421B8}" type="pres">
      <dgm:prSet presAssocID="{2371FDC8-CA2D-4A42-B99A-189E2FF0083A}" presName="childNode" presStyleLbl="node1" presStyleIdx="8" presStyleCnt="10">
        <dgm:presLayoutVars>
          <dgm:bulletEnabled val="1"/>
        </dgm:presLayoutVars>
      </dgm:prSet>
      <dgm:spPr/>
    </dgm:pt>
    <dgm:pt modelId="{235ABABD-60F0-44C0-AB88-C1D9B44148B8}" type="pres">
      <dgm:prSet presAssocID="{2371FDC8-CA2D-4A42-B99A-189E2FF0083A}" presName="aSpace2" presStyleCnt="0"/>
      <dgm:spPr/>
    </dgm:pt>
    <dgm:pt modelId="{A90AA44C-00D6-478D-9A08-18923121CE5A}" type="pres">
      <dgm:prSet presAssocID="{21FC688B-DB1A-43CC-AE5A-D149465FB4D6}" presName="childNode" presStyleLbl="node1" presStyleIdx="9" presStyleCnt="10">
        <dgm:presLayoutVars>
          <dgm:bulletEnabled val="1"/>
        </dgm:presLayoutVars>
      </dgm:prSet>
      <dgm:spPr/>
    </dgm:pt>
  </dgm:ptLst>
  <dgm:cxnLst>
    <dgm:cxn modelId="{72F90202-219D-443D-A0CD-1D1E7F844D90}" type="presOf" srcId="{338EA57E-EECB-4897-A689-E9A8993153FC}" destId="{3A2109CE-D67F-4CE4-B6D4-15D43F3E4DD6}" srcOrd="0" destOrd="0" presId="urn:microsoft.com/office/officeart/2005/8/layout/lProcess2"/>
    <dgm:cxn modelId="{E58DCD06-7ACC-4353-86A8-A0DAA2E7A910}" type="presOf" srcId="{3C7F5D0D-3F7B-4FDB-B0CF-1D9C43532C55}" destId="{CFD33030-E8F9-4747-9368-D1045ACA422A}" srcOrd="0" destOrd="0" presId="urn:microsoft.com/office/officeart/2005/8/layout/lProcess2"/>
    <dgm:cxn modelId="{190C570D-7958-44B7-B878-2A8A495543EE}" type="presOf" srcId="{3077FE1C-CA68-4B44-806A-1C55B050CBB5}" destId="{30DAC50B-1B71-45C3-A7DB-8B8F68930F42}" srcOrd="0" destOrd="0" presId="urn:microsoft.com/office/officeart/2005/8/layout/lProcess2"/>
    <dgm:cxn modelId="{CBFE1414-1CBC-4363-8D0A-F3BE8CF74F22}" type="presOf" srcId="{1D0DDABD-1AD9-4B79-AB90-56846D77127F}" destId="{3B367462-A022-4F88-BD30-3F0ACE827303}" srcOrd="0" destOrd="0" presId="urn:microsoft.com/office/officeart/2005/8/layout/lProcess2"/>
    <dgm:cxn modelId="{62F6A618-2708-44D0-A88F-BB9367514E64}" type="presOf" srcId="{E626E5E7-A931-400A-8F86-235BC9A596EE}" destId="{3EC364C1-9935-43DB-9A85-34667301E836}" srcOrd="0" destOrd="0" presId="urn:microsoft.com/office/officeart/2005/8/layout/lProcess2"/>
    <dgm:cxn modelId="{EA687721-2835-416A-BF26-D4394320B529}" srcId="{1D0DDABD-1AD9-4B79-AB90-56846D77127F}" destId="{A41F822D-5E37-42D2-93E0-7F68E32CABB5}" srcOrd="0" destOrd="0" parTransId="{790C6EB6-1598-4979-A07B-3DE806C119AB}" sibTransId="{82A812D5-3820-4659-A275-38EE888C83C1}"/>
    <dgm:cxn modelId="{FC5AF829-979A-4D15-836F-871400DC8CF3}" type="presOf" srcId="{8987DABC-E4DC-45FD-8D74-F87809337632}" destId="{5F7C5275-0D73-49AF-88BA-201DD3183796}" srcOrd="1" destOrd="0" presId="urn:microsoft.com/office/officeart/2005/8/layout/lProcess2"/>
    <dgm:cxn modelId="{24258531-B0CD-428C-971D-01EFC16C2873}" type="presOf" srcId="{356A20A9-A744-4601-A311-7AD751626EB1}" destId="{B3B91748-C664-43A9-9835-754C9D301E56}" srcOrd="0" destOrd="0" presId="urn:microsoft.com/office/officeart/2005/8/layout/lProcess2"/>
    <dgm:cxn modelId="{7E5DD033-05B4-4BBE-8B54-FACD0C2EC2BB}" srcId="{8987DABC-E4DC-45FD-8D74-F87809337632}" destId="{3D831F39-B321-45F7-8F84-E06A70929973}" srcOrd="0" destOrd="0" parTransId="{E96538A1-38BB-42A1-B6A5-F6763EB6EB85}" sibTransId="{A1D5D49C-AE2E-4034-A409-4C453BB4B06C}"/>
    <dgm:cxn modelId="{67322C38-528A-4165-8315-526B79245CA0}" type="presOf" srcId="{1D0DDABD-1AD9-4B79-AB90-56846D77127F}" destId="{C312236D-A2D3-4533-9718-3477FB2CCCEB}" srcOrd="1" destOrd="0" presId="urn:microsoft.com/office/officeart/2005/8/layout/lProcess2"/>
    <dgm:cxn modelId="{1C648B5F-9B67-4685-BC0D-2B8595F46481}" type="presOf" srcId="{DD0570B3-D23E-4D97-ABF2-7F12EDA62B6D}" destId="{D12E9A16-9835-4279-BF59-A5E1B3A03EC5}" srcOrd="0" destOrd="0" presId="urn:microsoft.com/office/officeart/2005/8/layout/lProcess2"/>
    <dgm:cxn modelId="{FAC0FE43-C5CC-4A55-A4F9-6BEA07FCC151}" type="presOf" srcId="{3C7F5D0D-3F7B-4FDB-B0CF-1D9C43532C55}" destId="{D37EC4EB-705D-4227-A360-4D975D0FE56A}" srcOrd="1" destOrd="0" presId="urn:microsoft.com/office/officeart/2005/8/layout/lProcess2"/>
    <dgm:cxn modelId="{B7029D44-650E-41BA-A4DA-03C9D4F7DBAD}" type="presOf" srcId="{C5FF073E-FB57-49B4-B8E4-D6FD6F24FF0B}" destId="{B8375B98-33C6-4D8A-B444-8F510E6D5F56}" srcOrd="0" destOrd="0" presId="urn:microsoft.com/office/officeart/2005/8/layout/lProcess2"/>
    <dgm:cxn modelId="{01D58947-9205-4AC5-B1D2-381915285003}" type="presOf" srcId="{2371FDC8-CA2D-4A42-B99A-189E2FF0083A}" destId="{6D1B46B3-9186-42A2-B59C-278E37E421B8}" srcOrd="0" destOrd="0" presId="urn:microsoft.com/office/officeart/2005/8/layout/lProcess2"/>
    <dgm:cxn modelId="{AF07654B-C593-46A1-AA15-71DE1F823FA9}" srcId="{DD0570B3-D23E-4D97-ABF2-7F12EDA62B6D}" destId="{3C7F5D0D-3F7B-4FDB-B0CF-1D9C43532C55}" srcOrd="1" destOrd="0" parTransId="{D229BD09-2DBB-4F0E-BF03-2512634C2FB6}" sibTransId="{7E38BD8E-FAF7-402D-931B-290925E8F43C}"/>
    <dgm:cxn modelId="{37775157-04D5-4B8C-B842-50CFC5BF876F}" type="presOf" srcId="{21FC688B-DB1A-43CC-AE5A-D149465FB4D6}" destId="{A90AA44C-00D6-478D-9A08-18923121CE5A}" srcOrd="0" destOrd="0" presId="urn:microsoft.com/office/officeart/2005/8/layout/lProcess2"/>
    <dgm:cxn modelId="{7848E259-F9AC-4D4E-89D0-65CB0F49583E}" srcId="{8987DABC-E4DC-45FD-8D74-F87809337632}" destId="{21FC688B-DB1A-43CC-AE5A-D149465FB4D6}" srcOrd="2" destOrd="0" parTransId="{83150637-2EC3-48D7-9E6B-0A592F2E0AA3}" sibTransId="{87DED4CA-5BEE-4286-8408-B9C70A1A95F5}"/>
    <dgm:cxn modelId="{F7DC827D-1A05-4EFF-A67B-D2740E437C6C}" type="presOf" srcId="{3D831F39-B321-45F7-8F84-E06A70929973}" destId="{1C75DDB4-9200-4B69-9924-C901C8E43735}" srcOrd="0" destOrd="0" presId="urn:microsoft.com/office/officeart/2005/8/layout/lProcess2"/>
    <dgm:cxn modelId="{B2540F7F-E9DF-4072-A836-1D6F53CF5013}" srcId="{3C7F5D0D-3F7B-4FDB-B0CF-1D9C43532C55}" destId="{C5FF073E-FB57-49B4-B8E4-D6FD6F24FF0B}" srcOrd="2" destOrd="0" parTransId="{6F6C40FD-2B12-45D3-9031-F84B180D4CC9}" sibTransId="{EA5C89D9-2ABB-4A24-9BAD-B6C37DB8D372}"/>
    <dgm:cxn modelId="{C4C79686-2760-4619-8C6D-A85176E34CBA}" srcId="{3C7F5D0D-3F7B-4FDB-B0CF-1D9C43532C55}" destId="{3077FE1C-CA68-4B44-806A-1C55B050CBB5}" srcOrd="0" destOrd="0" parTransId="{F9A3A959-FBD7-4A05-A641-D66574346893}" sibTransId="{EC7CAECF-6252-4BC9-A97C-06F4BC5E3886}"/>
    <dgm:cxn modelId="{C34E3096-030B-423B-865C-6E52B4A8CDF8}" srcId="{8987DABC-E4DC-45FD-8D74-F87809337632}" destId="{2371FDC8-CA2D-4A42-B99A-189E2FF0083A}" srcOrd="1" destOrd="0" parTransId="{B24143A2-A091-488F-B037-05A04412E890}" sibTransId="{B4282AE3-E9BE-4888-86AB-9D23BC66B12A}"/>
    <dgm:cxn modelId="{0E5DDF9D-C169-43F5-A62B-EDE6555D9C70}" srcId="{3C7F5D0D-3F7B-4FDB-B0CF-1D9C43532C55}" destId="{E626E5E7-A931-400A-8F86-235BC9A596EE}" srcOrd="3" destOrd="0" parTransId="{D4C9873A-7229-4D72-BA85-EFF4097519D0}" sibTransId="{212414FD-D843-4F3C-83C8-D41A297C0934}"/>
    <dgm:cxn modelId="{792F53B6-A5FB-4FA7-B6C9-E6CDCF459A1D}" srcId="{1D0DDABD-1AD9-4B79-AB90-56846D77127F}" destId="{338EA57E-EECB-4897-A689-E9A8993153FC}" srcOrd="1" destOrd="0" parTransId="{74108AA1-704B-4FDF-B99E-C114CD680191}" sibTransId="{0EA0BD51-3A03-444A-BD3C-1E9E999FCEB1}"/>
    <dgm:cxn modelId="{3CEB12D6-D39D-433D-8676-6F1000019E1B}" type="presOf" srcId="{9ED6B7ED-A075-43A6-973E-89B4C305F231}" destId="{76CD0FED-F83E-44E4-BD53-2779A39CE139}" srcOrd="0" destOrd="0" presId="urn:microsoft.com/office/officeart/2005/8/layout/lProcess2"/>
    <dgm:cxn modelId="{D6A08ADA-DB34-4C19-BB4C-EB52CE7FD462}" srcId="{3C7F5D0D-3F7B-4FDB-B0CF-1D9C43532C55}" destId="{356A20A9-A744-4601-A311-7AD751626EB1}" srcOrd="1" destOrd="0" parTransId="{D2BE254A-2EF4-429A-B94C-5543EF963568}" sibTransId="{F9D4A4DB-B98F-42E1-BE13-B51B858D55F2}"/>
    <dgm:cxn modelId="{14AC25DE-CE91-416C-BC78-6645B88AB6FB}" type="presOf" srcId="{A41F822D-5E37-42D2-93E0-7F68E32CABB5}" destId="{9E7817F7-46A6-4AC4-A1FA-0F0038ED6C1E}" srcOrd="0" destOrd="0" presId="urn:microsoft.com/office/officeart/2005/8/layout/lProcess2"/>
    <dgm:cxn modelId="{D2E638E0-A784-452E-8486-9660967D0182}" srcId="{1D0DDABD-1AD9-4B79-AB90-56846D77127F}" destId="{9ED6B7ED-A075-43A6-973E-89B4C305F231}" srcOrd="2" destOrd="0" parTransId="{08A03EA5-051B-4C77-9F6B-FE932A1EFF59}" sibTransId="{67881EE9-787E-4C10-8D4E-A5B0DC4FB204}"/>
    <dgm:cxn modelId="{7DA89CE2-1250-4562-A443-7377EB15A324}" srcId="{DD0570B3-D23E-4D97-ABF2-7F12EDA62B6D}" destId="{1D0DDABD-1AD9-4B79-AB90-56846D77127F}" srcOrd="0" destOrd="0" parTransId="{BBE3F132-EC11-4394-BABC-832E764F4742}" sibTransId="{35D7095B-AFAD-46B7-A709-BECC301A291D}"/>
    <dgm:cxn modelId="{902B9CE4-2D0D-421C-AE02-B666BB6BDA20}" srcId="{DD0570B3-D23E-4D97-ABF2-7F12EDA62B6D}" destId="{8987DABC-E4DC-45FD-8D74-F87809337632}" srcOrd="2" destOrd="0" parTransId="{D53D88F8-8061-4349-8910-280824296313}" sibTransId="{CC7973B1-86ED-4C63-AC49-93AD1FB48227}"/>
    <dgm:cxn modelId="{211404F1-7C55-498B-AD85-4999C2F3A297}" type="presOf" srcId="{8987DABC-E4DC-45FD-8D74-F87809337632}" destId="{DC14C9B4-CE0E-4369-A4A8-8083B5A3A458}" srcOrd="0" destOrd="0" presId="urn:microsoft.com/office/officeart/2005/8/layout/lProcess2"/>
    <dgm:cxn modelId="{4A4B8AB1-4025-4DCC-A9F4-C2765A2BD135}" type="presParOf" srcId="{D12E9A16-9835-4279-BF59-A5E1B3A03EC5}" destId="{EB3F53E3-BF75-425A-AF8F-AF96E73FC626}" srcOrd="0" destOrd="0" presId="urn:microsoft.com/office/officeart/2005/8/layout/lProcess2"/>
    <dgm:cxn modelId="{20CC0B6A-88B1-4FBD-942A-89B2405542FB}" type="presParOf" srcId="{EB3F53E3-BF75-425A-AF8F-AF96E73FC626}" destId="{3B367462-A022-4F88-BD30-3F0ACE827303}" srcOrd="0" destOrd="0" presId="urn:microsoft.com/office/officeart/2005/8/layout/lProcess2"/>
    <dgm:cxn modelId="{EF1856D2-D781-4C67-BDDD-B3A962BA42A3}" type="presParOf" srcId="{EB3F53E3-BF75-425A-AF8F-AF96E73FC626}" destId="{C312236D-A2D3-4533-9718-3477FB2CCCEB}" srcOrd="1" destOrd="0" presId="urn:microsoft.com/office/officeart/2005/8/layout/lProcess2"/>
    <dgm:cxn modelId="{B5603185-F4A2-4AFC-A9B6-E6CB286C9386}" type="presParOf" srcId="{EB3F53E3-BF75-425A-AF8F-AF96E73FC626}" destId="{94412F24-6B29-41CA-88C4-9F1B99A8C88A}" srcOrd="2" destOrd="0" presId="urn:microsoft.com/office/officeart/2005/8/layout/lProcess2"/>
    <dgm:cxn modelId="{0A661E41-8392-4271-9940-85C4C04466D4}" type="presParOf" srcId="{94412F24-6B29-41CA-88C4-9F1B99A8C88A}" destId="{8FFCB1AD-1902-4A4A-8059-162A086AD528}" srcOrd="0" destOrd="0" presId="urn:microsoft.com/office/officeart/2005/8/layout/lProcess2"/>
    <dgm:cxn modelId="{057C4A06-2969-4C16-A9F6-E3BFFADB8699}" type="presParOf" srcId="{8FFCB1AD-1902-4A4A-8059-162A086AD528}" destId="{9E7817F7-46A6-4AC4-A1FA-0F0038ED6C1E}" srcOrd="0" destOrd="0" presId="urn:microsoft.com/office/officeart/2005/8/layout/lProcess2"/>
    <dgm:cxn modelId="{62AD0718-0ADF-42CB-9498-A3FD49995432}" type="presParOf" srcId="{8FFCB1AD-1902-4A4A-8059-162A086AD528}" destId="{6B572227-FBE8-47BC-AB4E-98958A13AFB6}" srcOrd="1" destOrd="0" presId="urn:microsoft.com/office/officeart/2005/8/layout/lProcess2"/>
    <dgm:cxn modelId="{990AA10F-5583-45C9-8444-0A4D2E542212}" type="presParOf" srcId="{8FFCB1AD-1902-4A4A-8059-162A086AD528}" destId="{3A2109CE-D67F-4CE4-B6D4-15D43F3E4DD6}" srcOrd="2" destOrd="0" presId="urn:microsoft.com/office/officeart/2005/8/layout/lProcess2"/>
    <dgm:cxn modelId="{53688F46-6B94-431C-9F77-28BF5FE7FD25}" type="presParOf" srcId="{8FFCB1AD-1902-4A4A-8059-162A086AD528}" destId="{30798DD6-9AEC-4EEA-A83C-796C869774AB}" srcOrd="3" destOrd="0" presId="urn:microsoft.com/office/officeart/2005/8/layout/lProcess2"/>
    <dgm:cxn modelId="{E0E76050-CC64-43C0-9C7C-F7F4A0E7F07C}" type="presParOf" srcId="{8FFCB1AD-1902-4A4A-8059-162A086AD528}" destId="{76CD0FED-F83E-44E4-BD53-2779A39CE139}" srcOrd="4" destOrd="0" presId="urn:microsoft.com/office/officeart/2005/8/layout/lProcess2"/>
    <dgm:cxn modelId="{1CC48D31-EDC3-4EFD-A2A8-C745114753FD}" type="presParOf" srcId="{D12E9A16-9835-4279-BF59-A5E1B3A03EC5}" destId="{795A7096-FA40-4900-B855-2278A2E4C081}" srcOrd="1" destOrd="0" presId="urn:microsoft.com/office/officeart/2005/8/layout/lProcess2"/>
    <dgm:cxn modelId="{B4B178E2-5EA2-483A-B2B8-63D313636671}" type="presParOf" srcId="{D12E9A16-9835-4279-BF59-A5E1B3A03EC5}" destId="{DB5B0A58-8CB0-47FD-BDA1-498192EB8860}" srcOrd="2" destOrd="0" presId="urn:microsoft.com/office/officeart/2005/8/layout/lProcess2"/>
    <dgm:cxn modelId="{F92D55D9-179A-48A6-B471-1380043E2500}" type="presParOf" srcId="{DB5B0A58-8CB0-47FD-BDA1-498192EB8860}" destId="{CFD33030-E8F9-4747-9368-D1045ACA422A}" srcOrd="0" destOrd="0" presId="urn:microsoft.com/office/officeart/2005/8/layout/lProcess2"/>
    <dgm:cxn modelId="{EDED8E1F-7E69-400C-BDA2-47D447314CCF}" type="presParOf" srcId="{DB5B0A58-8CB0-47FD-BDA1-498192EB8860}" destId="{D37EC4EB-705D-4227-A360-4D975D0FE56A}" srcOrd="1" destOrd="0" presId="urn:microsoft.com/office/officeart/2005/8/layout/lProcess2"/>
    <dgm:cxn modelId="{509E9229-BC97-4ABA-8FC8-CAAC221720C2}" type="presParOf" srcId="{DB5B0A58-8CB0-47FD-BDA1-498192EB8860}" destId="{EB03B048-DBDB-4F10-B824-4B9819CF76BB}" srcOrd="2" destOrd="0" presId="urn:microsoft.com/office/officeart/2005/8/layout/lProcess2"/>
    <dgm:cxn modelId="{46728E2B-7FA9-4333-9878-8B3604078756}" type="presParOf" srcId="{EB03B048-DBDB-4F10-B824-4B9819CF76BB}" destId="{D5184E13-0FA7-4882-879C-A0BAE776232C}" srcOrd="0" destOrd="0" presId="urn:microsoft.com/office/officeart/2005/8/layout/lProcess2"/>
    <dgm:cxn modelId="{71D6A20D-DF14-45A0-8975-BE82912BBB0D}" type="presParOf" srcId="{D5184E13-0FA7-4882-879C-A0BAE776232C}" destId="{30DAC50B-1B71-45C3-A7DB-8B8F68930F42}" srcOrd="0" destOrd="0" presId="urn:microsoft.com/office/officeart/2005/8/layout/lProcess2"/>
    <dgm:cxn modelId="{36132624-579E-404F-8868-81E15AC5B776}" type="presParOf" srcId="{D5184E13-0FA7-4882-879C-A0BAE776232C}" destId="{FD0A640C-7D89-4B51-BD10-A45DF4387717}" srcOrd="1" destOrd="0" presId="urn:microsoft.com/office/officeart/2005/8/layout/lProcess2"/>
    <dgm:cxn modelId="{18DA69F1-0398-4A05-BABA-11FC2A10E1A7}" type="presParOf" srcId="{D5184E13-0FA7-4882-879C-A0BAE776232C}" destId="{B3B91748-C664-43A9-9835-754C9D301E56}" srcOrd="2" destOrd="0" presId="urn:microsoft.com/office/officeart/2005/8/layout/lProcess2"/>
    <dgm:cxn modelId="{67F81198-ACC9-479E-B26D-D2F209EB8B5F}" type="presParOf" srcId="{D5184E13-0FA7-4882-879C-A0BAE776232C}" destId="{B8A9C22F-789C-4FA5-9174-9B026AF5534D}" srcOrd="3" destOrd="0" presId="urn:microsoft.com/office/officeart/2005/8/layout/lProcess2"/>
    <dgm:cxn modelId="{4FFCC8B1-08D1-4586-89E2-48DC18AFD492}" type="presParOf" srcId="{D5184E13-0FA7-4882-879C-A0BAE776232C}" destId="{B8375B98-33C6-4D8A-B444-8F510E6D5F56}" srcOrd="4" destOrd="0" presId="urn:microsoft.com/office/officeart/2005/8/layout/lProcess2"/>
    <dgm:cxn modelId="{FF38A4A8-D519-4C22-A347-4C1FCE5666EB}" type="presParOf" srcId="{D5184E13-0FA7-4882-879C-A0BAE776232C}" destId="{59C2D40B-A0AC-4AD3-80CB-1662509879CE}" srcOrd="5" destOrd="0" presId="urn:microsoft.com/office/officeart/2005/8/layout/lProcess2"/>
    <dgm:cxn modelId="{B3FC116E-EAFE-478E-AFC7-BD88D8F88903}" type="presParOf" srcId="{D5184E13-0FA7-4882-879C-A0BAE776232C}" destId="{3EC364C1-9935-43DB-9A85-34667301E836}" srcOrd="6" destOrd="0" presId="urn:microsoft.com/office/officeart/2005/8/layout/lProcess2"/>
    <dgm:cxn modelId="{EEECCAF4-44B9-4E61-82B9-D03E1163F059}" type="presParOf" srcId="{D12E9A16-9835-4279-BF59-A5E1B3A03EC5}" destId="{758B8419-CAB6-4093-B60D-EC288C43CA60}" srcOrd="3" destOrd="0" presId="urn:microsoft.com/office/officeart/2005/8/layout/lProcess2"/>
    <dgm:cxn modelId="{C6FBF604-B587-4AE9-B8EA-DC76AECD83D8}" type="presParOf" srcId="{D12E9A16-9835-4279-BF59-A5E1B3A03EC5}" destId="{DFCFB6E4-DF6E-4A2A-9527-882754463991}" srcOrd="4" destOrd="0" presId="urn:microsoft.com/office/officeart/2005/8/layout/lProcess2"/>
    <dgm:cxn modelId="{2FEEE85D-1025-47B1-88DA-C0006C73C08C}" type="presParOf" srcId="{DFCFB6E4-DF6E-4A2A-9527-882754463991}" destId="{DC14C9B4-CE0E-4369-A4A8-8083B5A3A458}" srcOrd="0" destOrd="0" presId="urn:microsoft.com/office/officeart/2005/8/layout/lProcess2"/>
    <dgm:cxn modelId="{F3ED10D9-5F69-4E67-AAB6-3BE473C0AED0}" type="presParOf" srcId="{DFCFB6E4-DF6E-4A2A-9527-882754463991}" destId="{5F7C5275-0D73-49AF-88BA-201DD3183796}" srcOrd="1" destOrd="0" presId="urn:microsoft.com/office/officeart/2005/8/layout/lProcess2"/>
    <dgm:cxn modelId="{699A9E0D-9B65-47F6-98EC-08EE637B5B12}" type="presParOf" srcId="{DFCFB6E4-DF6E-4A2A-9527-882754463991}" destId="{75EA7E3F-5545-4D00-B94B-6B38D31FF80E}" srcOrd="2" destOrd="0" presId="urn:microsoft.com/office/officeart/2005/8/layout/lProcess2"/>
    <dgm:cxn modelId="{124B45F2-CE1A-4FB6-9C69-EBD51F6714D8}" type="presParOf" srcId="{75EA7E3F-5545-4D00-B94B-6B38D31FF80E}" destId="{30768E80-B755-4357-A03E-05D8DE2D42BB}" srcOrd="0" destOrd="0" presId="urn:microsoft.com/office/officeart/2005/8/layout/lProcess2"/>
    <dgm:cxn modelId="{4AE0EA2C-AF6C-4399-882B-71FCAA010B0D}" type="presParOf" srcId="{30768E80-B755-4357-A03E-05D8DE2D42BB}" destId="{1C75DDB4-9200-4B69-9924-C901C8E43735}" srcOrd="0" destOrd="0" presId="urn:microsoft.com/office/officeart/2005/8/layout/lProcess2"/>
    <dgm:cxn modelId="{B6F7B16E-F980-4354-8918-BE81520AA827}" type="presParOf" srcId="{30768E80-B755-4357-A03E-05D8DE2D42BB}" destId="{02FA9F45-FFBE-44DD-B4E9-81A75854C0C2}" srcOrd="1" destOrd="0" presId="urn:microsoft.com/office/officeart/2005/8/layout/lProcess2"/>
    <dgm:cxn modelId="{40670B04-A2DF-4B83-B051-CEED4DAB9830}" type="presParOf" srcId="{30768E80-B755-4357-A03E-05D8DE2D42BB}" destId="{6D1B46B3-9186-42A2-B59C-278E37E421B8}" srcOrd="2" destOrd="0" presId="urn:microsoft.com/office/officeart/2005/8/layout/lProcess2"/>
    <dgm:cxn modelId="{089DED7F-2E3B-4E3C-ABAB-E78D9E9496EC}" type="presParOf" srcId="{30768E80-B755-4357-A03E-05D8DE2D42BB}" destId="{235ABABD-60F0-44C0-AB88-C1D9B44148B8}" srcOrd="3" destOrd="0" presId="urn:microsoft.com/office/officeart/2005/8/layout/lProcess2"/>
    <dgm:cxn modelId="{C01BF792-EEF6-4AE8-B66C-ED51565F8DC7}" type="presParOf" srcId="{30768E80-B755-4357-A03E-05D8DE2D42BB}" destId="{A90AA44C-00D6-478D-9A08-18923121CE5A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000785-14AC-465D-9AD0-B98C1E8050DC}" type="doc">
      <dgm:prSet loTypeId="urn:microsoft.com/office/officeart/2008/layout/AlternatingPictureBlocks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9BF13D5-76D4-4B1A-9CDC-333DD9C12B64}">
      <dgm:prSet phldrT="[Text]" phldr="0"/>
      <dgm:spPr/>
      <dgm:t>
        <a:bodyPr/>
        <a:lstStyle/>
        <a:p>
          <a:r>
            <a:rPr lang="en-IN" dirty="0"/>
            <a:t>Expected Outcomes</a:t>
          </a:r>
        </a:p>
      </dgm:t>
    </dgm:pt>
    <dgm:pt modelId="{A8AA610F-DA62-4F43-B200-9D486EE20FAC}" type="parTrans" cxnId="{0A9A71F0-72A5-4BBA-82D1-38CDE32756F3}">
      <dgm:prSet/>
      <dgm:spPr/>
      <dgm:t>
        <a:bodyPr/>
        <a:lstStyle/>
        <a:p>
          <a:endParaRPr lang="en-IN"/>
        </a:p>
      </dgm:t>
    </dgm:pt>
    <dgm:pt modelId="{AE2AE305-16BD-4EC8-8A78-199AC090D840}" type="sibTrans" cxnId="{0A9A71F0-72A5-4BBA-82D1-38CDE32756F3}">
      <dgm:prSet/>
      <dgm:spPr/>
      <dgm:t>
        <a:bodyPr/>
        <a:lstStyle/>
        <a:p>
          <a:endParaRPr lang="en-IN"/>
        </a:p>
      </dgm:t>
    </dgm:pt>
    <dgm:pt modelId="{87FA9BB1-C20A-4D3A-ACFC-8BD736E81B1A}">
      <dgm:prSet phldrT="[Text]" phldr="0"/>
      <dgm:spPr/>
      <dgm:t>
        <a:bodyPr/>
        <a:lstStyle/>
        <a:p>
          <a:r>
            <a:rPr lang="en-IN" dirty="0"/>
            <a:t>Future Enhancements</a:t>
          </a:r>
        </a:p>
      </dgm:t>
    </dgm:pt>
    <dgm:pt modelId="{D21F9612-B1BF-42E0-BB39-DBEACD3D8A9A}" type="parTrans" cxnId="{F1BA0B3D-B419-4E6E-8B6F-96FB1B823889}">
      <dgm:prSet/>
      <dgm:spPr/>
      <dgm:t>
        <a:bodyPr/>
        <a:lstStyle/>
        <a:p>
          <a:endParaRPr lang="en-IN"/>
        </a:p>
      </dgm:t>
    </dgm:pt>
    <dgm:pt modelId="{3ED8118C-AFA5-49CE-9545-7E12BB5C6207}" type="sibTrans" cxnId="{F1BA0B3D-B419-4E6E-8B6F-96FB1B823889}">
      <dgm:prSet/>
      <dgm:spPr/>
      <dgm:t>
        <a:bodyPr/>
        <a:lstStyle/>
        <a:p>
          <a:endParaRPr lang="en-IN"/>
        </a:p>
      </dgm:t>
    </dgm:pt>
    <dgm:pt modelId="{72615F46-7D5F-43DC-AB90-E07A975EEFA7}" type="pres">
      <dgm:prSet presAssocID="{BD000785-14AC-465D-9AD0-B98C1E8050DC}" presName="linearFlow" presStyleCnt="0">
        <dgm:presLayoutVars>
          <dgm:dir/>
          <dgm:resizeHandles val="exact"/>
        </dgm:presLayoutVars>
      </dgm:prSet>
      <dgm:spPr/>
    </dgm:pt>
    <dgm:pt modelId="{84AB475E-1FA5-45ED-8DB8-602C7A5F1F58}" type="pres">
      <dgm:prSet presAssocID="{49BF13D5-76D4-4B1A-9CDC-333DD9C12B64}" presName="comp" presStyleCnt="0"/>
      <dgm:spPr/>
    </dgm:pt>
    <dgm:pt modelId="{F8A97CD2-4124-4C63-8150-580B748C2FCF}" type="pres">
      <dgm:prSet presAssocID="{49BF13D5-76D4-4B1A-9CDC-333DD9C12B64}" presName="rect2" presStyleLbl="node1" presStyleIdx="0" presStyleCnt="2">
        <dgm:presLayoutVars>
          <dgm:bulletEnabled val="1"/>
        </dgm:presLayoutVars>
      </dgm:prSet>
      <dgm:spPr/>
    </dgm:pt>
    <dgm:pt modelId="{2F3CB3DF-20F6-47CB-B2A0-025FC06265BE}" type="pres">
      <dgm:prSet presAssocID="{49BF13D5-76D4-4B1A-9CDC-333DD9C12B64}" presName="rect1" presStyleLbl="ln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1000" r="-1000"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BDE234B8-0D90-4E2C-8BF9-0430135A824D}" type="pres">
      <dgm:prSet presAssocID="{AE2AE305-16BD-4EC8-8A78-199AC090D840}" presName="sibTrans" presStyleCnt="0"/>
      <dgm:spPr/>
    </dgm:pt>
    <dgm:pt modelId="{961714BC-E993-4C7D-9D9B-768AA2B59DA3}" type="pres">
      <dgm:prSet presAssocID="{87FA9BB1-C20A-4D3A-ACFC-8BD736E81B1A}" presName="comp" presStyleCnt="0"/>
      <dgm:spPr/>
    </dgm:pt>
    <dgm:pt modelId="{97A86666-F149-412A-818F-FFA02064A3FC}" type="pres">
      <dgm:prSet presAssocID="{87FA9BB1-C20A-4D3A-ACFC-8BD736E81B1A}" presName="rect2" presStyleLbl="node1" presStyleIdx="1" presStyleCnt="2">
        <dgm:presLayoutVars>
          <dgm:bulletEnabled val="1"/>
        </dgm:presLayoutVars>
      </dgm:prSet>
      <dgm:spPr/>
    </dgm:pt>
    <dgm:pt modelId="{1522B1AA-1FC9-4470-A668-A570CF9C34EF}" type="pres">
      <dgm:prSet presAssocID="{87FA9BB1-C20A-4D3A-ACFC-8BD736E81B1A}" presName="rect1" presStyleLbl="ln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</dgm:spPr>
      <dgm:extLst>
        <a:ext uri="{E40237B7-FDA0-4F09-8148-C483321AD2D9}">
          <dgm14:cNvPr xmlns:dgm14="http://schemas.microsoft.com/office/drawing/2010/diagram" id="0" name="" descr="Lightbulb with solid fill"/>
        </a:ext>
      </dgm:extLst>
    </dgm:pt>
  </dgm:ptLst>
  <dgm:cxnLst>
    <dgm:cxn modelId="{F1BA0B3D-B419-4E6E-8B6F-96FB1B823889}" srcId="{BD000785-14AC-465D-9AD0-B98C1E8050DC}" destId="{87FA9BB1-C20A-4D3A-ACFC-8BD736E81B1A}" srcOrd="1" destOrd="0" parTransId="{D21F9612-B1BF-42E0-BB39-DBEACD3D8A9A}" sibTransId="{3ED8118C-AFA5-49CE-9545-7E12BB5C6207}"/>
    <dgm:cxn modelId="{513EDC62-560F-4CED-8057-00568D949A38}" type="presOf" srcId="{BD000785-14AC-465D-9AD0-B98C1E8050DC}" destId="{72615F46-7D5F-43DC-AB90-E07A975EEFA7}" srcOrd="0" destOrd="0" presId="urn:microsoft.com/office/officeart/2008/layout/AlternatingPictureBlocks"/>
    <dgm:cxn modelId="{F4570A71-BF8D-4355-9632-79F88F644EB1}" type="presOf" srcId="{87FA9BB1-C20A-4D3A-ACFC-8BD736E81B1A}" destId="{97A86666-F149-412A-818F-FFA02064A3FC}" srcOrd="0" destOrd="0" presId="urn:microsoft.com/office/officeart/2008/layout/AlternatingPictureBlocks"/>
    <dgm:cxn modelId="{0A9A71F0-72A5-4BBA-82D1-38CDE32756F3}" srcId="{BD000785-14AC-465D-9AD0-B98C1E8050DC}" destId="{49BF13D5-76D4-4B1A-9CDC-333DD9C12B64}" srcOrd="0" destOrd="0" parTransId="{A8AA610F-DA62-4F43-B200-9D486EE20FAC}" sibTransId="{AE2AE305-16BD-4EC8-8A78-199AC090D840}"/>
    <dgm:cxn modelId="{3F3FBCF9-0CF0-4E34-B95A-CC720D828579}" type="presOf" srcId="{49BF13D5-76D4-4B1A-9CDC-333DD9C12B64}" destId="{F8A97CD2-4124-4C63-8150-580B748C2FCF}" srcOrd="0" destOrd="0" presId="urn:microsoft.com/office/officeart/2008/layout/AlternatingPictureBlocks"/>
    <dgm:cxn modelId="{71E56FF0-842B-4666-ADE5-C2E472B28928}" type="presParOf" srcId="{72615F46-7D5F-43DC-AB90-E07A975EEFA7}" destId="{84AB475E-1FA5-45ED-8DB8-602C7A5F1F58}" srcOrd="0" destOrd="0" presId="urn:microsoft.com/office/officeart/2008/layout/AlternatingPictureBlocks"/>
    <dgm:cxn modelId="{8308EC41-711B-4F01-80A4-70E4D5B1D9E8}" type="presParOf" srcId="{84AB475E-1FA5-45ED-8DB8-602C7A5F1F58}" destId="{F8A97CD2-4124-4C63-8150-580B748C2FCF}" srcOrd="0" destOrd="0" presId="urn:microsoft.com/office/officeart/2008/layout/AlternatingPictureBlocks"/>
    <dgm:cxn modelId="{3462C225-5BA2-4C29-B45B-5F4EFE3A2A54}" type="presParOf" srcId="{84AB475E-1FA5-45ED-8DB8-602C7A5F1F58}" destId="{2F3CB3DF-20F6-47CB-B2A0-025FC06265BE}" srcOrd="1" destOrd="0" presId="urn:microsoft.com/office/officeart/2008/layout/AlternatingPictureBlocks"/>
    <dgm:cxn modelId="{2B923F09-098C-457E-BFD9-08E0A7C4B6DB}" type="presParOf" srcId="{72615F46-7D5F-43DC-AB90-E07A975EEFA7}" destId="{BDE234B8-0D90-4E2C-8BF9-0430135A824D}" srcOrd="1" destOrd="0" presId="urn:microsoft.com/office/officeart/2008/layout/AlternatingPictureBlocks"/>
    <dgm:cxn modelId="{06275BC4-0860-4EEA-8A7D-854E4EA3BD4D}" type="presParOf" srcId="{72615F46-7D5F-43DC-AB90-E07A975EEFA7}" destId="{961714BC-E993-4C7D-9D9B-768AA2B59DA3}" srcOrd="2" destOrd="0" presId="urn:microsoft.com/office/officeart/2008/layout/AlternatingPictureBlocks"/>
    <dgm:cxn modelId="{34621F60-6B26-488D-9B1F-D468E838113B}" type="presParOf" srcId="{961714BC-E993-4C7D-9D9B-768AA2B59DA3}" destId="{97A86666-F149-412A-818F-FFA02064A3FC}" srcOrd="0" destOrd="0" presId="urn:microsoft.com/office/officeart/2008/layout/AlternatingPictureBlocks"/>
    <dgm:cxn modelId="{98B8D993-B916-4F78-B34F-822732E60B96}" type="presParOf" srcId="{961714BC-E993-4C7D-9D9B-768AA2B59DA3}" destId="{1522B1AA-1FC9-4470-A668-A570CF9C34EF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69CD9-6D97-4407-86B0-4065DADCB5AB}">
      <dsp:nvSpPr>
        <dsp:cNvPr id="0" name=""/>
        <dsp:cNvSpPr/>
      </dsp:nvSpPr>
      <dsp:spPr>
        <a:xfrm>
          <a:off x="0" y="2474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21CBFF-093D-4863-B326-D8983C7D6C9A}">
      <dsp:nvSpPr>
        <dsp:cNvPr id="0" name=""/>
        <dsp:cNvSpPr/>
      </dsp:nvSpPr>
      <dsp:spPr>
        <a:xfrm>
          <a:off x="522020" y="26050"/>
          <a:ext cx="9217509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Develop an intelligent legal assistant (</a:t>
          </a:r>
          <a:r>
            <a:rPr lang="en-US" sz="1500" b="1" kern="1200" dirty="0" err="1"/>
            <a:t>LexAssist</a:t>
          </a:r>
          <a:r>
            <a:rPr lang="en-US" sz="1500" b="1" kern="1200" dirty="0"/>
            <a:t>)</a:t>
          </a:r>
          <a:r>
            <a:rPr lang="en-US" sz="1500" kern="1200" dirty="0"/>
            <a:t> to automate the analysis of large-scale legal clause datasets</a:t>
          </a:r>
          <a:endParaRPr lang="en-IN" sz="1500" kern="1200" dirty="0"/>
        </a:p>
      </dsp:txBody>
      <dsp:txXfrm>
        <a:off x="543636" y="47666"/>
        <a:ext cx="9174277" cy="399568"/>
      </dsp:txXfrm>
    </dsp:sp>
    <dsp:sp modelId="{F58C3D85-D6C2-473B-B186-E368BF8C3ED9}">
      <dsp:nvSpPr>
        <dsp:cNvPr id="0" name=""/>
        <dsp:cNvSpPr/>
      </dsp:nvSpPr>
      <dsp:spPr>
        <a:xfrm>
          <a:off x="0" y="9278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D129699-D65A-433B-AA8A-F269A7696467}">
      <dsp:nvSpPr>
        <dsp:cNvPr id="0" name=""/>
        <dsp:cNvSpPr/>
      </dsp:nvSpPr>
      <dsp:spPr>
        <a:xfrm>
          <a:off x="522020" y="706450"/>
          <a:ext cx="9185571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Enable accurate clause classification</a:t>
          </a:r>
          <a:r>
            <a:rPr lang="en-US" sz="1500" kern="1200" dirty="0"/>
            <a:t> across 395 legal categories using semantic similarity and LLM reasoning</a:t>
          </a:r>
          <a:endParaRPr lang="en-IN" sz="1500" kern="1200" dirty="0"/>
        </a:p>
      </dsp:txBody>
      <dsp:txXfrm>
        <a:off x="543636" y="728066"/>
        <a:ext cx="9142339" cy="399568"/>
      </dsp:txXfrm>
    </dsp:sp>
    <dsp:sp modelId="{19BEE0C3-890F-436B-9EF4-BE10F63066CD}">
      <dsp:nvSpPr>
        <dsp:cNvPr id="0" name=""/>
        <dsp:cNvSpPr/>
      </dsp:nvSpPr>
      <dsp:spPr>
        <a:xfrm>
          <a:off x="0" y="16082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8ABDAB-70FE-48EA-BDDE-406BBBA4BF7B}">
      <dsp:nvSpPr>
        <dsp:cNvPr id="0" name=""/>
        <dsp:cNvSpPr/>
      </dsp:nvSpPr>
      <dsp:spPr>
        <a:xfrm>
          <a:off x="522020" y="1386850"/>
          <a:ext cx="9180675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Implement efficient semantic retrieval</a:t>
          </a:r>
          <a:r>
            <a:rPr lang="en-IN" sz="1500" kern="1200" dirty="0"/>
            <a:t> to identify relevant legal clauses from 150,000+ entries</a:t>
          </a:r>
        </a:p>
      </dsp:txBody>
      <dsp:txXfrm>
        <a:off x="543636" y="1408466"/>
        <a:ext cx="9137443" cy="399568"/>
      </dsp:txXfrm>
    </dsp:sp>
    <dsp:sp modelId="{87AFE6E6-5FAD-4E44-ABCE-2392460C2F5E}">
      <dsp:nvSpPr>
        <dsp:cNvPr id="0" name=""/>
        <dsp:cNvSpPr/>
      </dsp:nvSpPr>
      <dsp:spPr>
        <a:xfrm>
          <a:off x="0" y="22886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0D36B1-B5BA-4527-95C3-74373D493AF5}">
      <dsp:nvSpPr>
        <dsp:cNvPr id="0" name=""/>
        <dsp:cNvSpPr/>
      </dsp:nvSpPr>
      <dsp:spPr>
        <a:xfrm>
          <a:off x="522020" y="2067250"/>
          <a:ext cx="9201430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Design a risk analysis module</a:t>
          </a:r>
          <a:r>
            <a:rPr lang="en-US" sz="1500" kern="1200" dirty="0"/>
            <a:t> to detect critical legal risks such as liability, indemnification, and unfair terms</a:t>
          </a:r>
          <a:endParaRPr lang="en-IN" sz="1500" kern="1200" dirty="0"/>
        </a:p>
      </dsp:txBody>
      <dsp:txXfrm>
        <a:off x="543636" y="2088866"/>
        <a:ext cx="9158198" cy="399568"/>
      </dsp:txXfrm>
    </dsp:sp>
    <dsp:sp modelId="{FA57E5F6-263B-4641-9C21-674158645058}">
      <dsp:nvSpPr>
        <dsp:cNvPr id="0" name=""/>
        <dsp:cNvSpPr/>
      </dsp:nvSpPr>
      <dsp:spPr>
        <a:xfrm>
          <a:off x="0" y="29690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99BE65-BC40-4209-A3CC-13F2C77B30FE}">
      <dsp:nvSpPr>
        <dsp:cNvPr id="0" name=""/>
        <dsp:cNvSpPr/>
      </dsp:nvSpPr>
      <dsp:spPr>
        <a:xfrm>
          <a:off x="519306" y="2685166"/>
          <a:ext cx="9321944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Generate structured, plain-English summaries</a:t>
          </a:r>
          <a:r>
            <a:rPr lang="en-US" sz="1500" kern="1200" dirty="0"/>
            <a:t> for improved readability and decision-making</a:t>
          </a:r>
          <a:endParaRPr lang="en-IN" sz="1500" kern="1200" dirty="0"/>
        </a:p>
      </dsp:txBody>
      <dsp:txXfrm>
        <a:off x="540922" y="2706782"/>
        <a:ext cx="9278712" cy="399568"/>
      </dsp:txXfrm>
    </dsp:sp>
    <dsp:sp modelId="{3ECE2253-2373-464B-A9FE-A4169EE0CA26}">
      <dsp:nvSpPr>
        <dsp:cNvPr id="0" name=""/>
        <dsp:cNvSpPr/>
      </dsp:nvSpPr>
      <dsp:spPr>
        <a:xfrm>
          <a:off x="0" y="3649450"/>
          <a:ext cx="1044041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C20074-49AE-489B-8577-D7B6757CC178}">
      <dsp:nvSpPr>
        <dsp:cNvPr id="0" name=""/>
        <dsp:cNvSpPr/>
      </dsp:nvSpPr>
      <dsp:spPr>
        <a:xfrm>
          <a:off x="522020" y="3428050"/>
          <a:ext cx="9334953" cy="442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6236" tIns="0" rIns="2762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Build a modular multi-agent architecture</a:t>
          </a:r>
          <a:r>
            <a:rPr lang="en-US" sz="1500" kern="1200" dirty="0"/>
            <a:t> to handle complex legal workflows in a scalable and flexible manner</a:t>
          </a:r>
          <a:endParaRPr lang="en-IN" sz="1500" kern="1200" dirty="0"/>
        </a:p>
      </dsp:txBody>
      <dsp:txXfrm>
        <a:off x="543636" y="3449666"/>
        <a:ext cx="9291721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748D5-181F-4698-905C-B10B47095E95}">
      <dsp:nvSpPr>
        <dsp:cNvPr id="0" name=""/>
        <dsp:cNvSpPr/>
      </dsp:nvSpPr>
      <dsp:spPr>
        <a:xfrm>
          <a:off x="0" y="0"/>
          <a:ext cx="2154287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FRONTEND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 err="1"/>
            <a:t>Streamlit</a:t>
          </a:r>
          <a:r>
            <a:rPr lang="en-IN" sz="1100" kern="1200" dirty="0"/>
            <a:t> (interactive UI)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/>
            <a:t>HTML/CSS + Plotly (design &amp; visualizations)</a:t>
          </a:r>
          <a:endParaRPr lang="en-IN" sz="1100" kern="1200" dirty="0"/>
        </a:p>
      </dsp:txBody>
      <dsp:txXfrm>
        <a:off x="0" y="1453514"/>
        <a:ext cx="2154287" cy="1453514"/>
      </dsp:txXfrm>
    </dsp:sp>
    <dsp:sp modelId="{73CD7DD9-783F-49B5-B37C-CD8C7F266B14}">
      <dsp:nvSpPr>
        <dsp:cNvPr id="0" name=""/>
        <dsp:cNvSpPr/>
      </dsp:nvSpPr>
      <dsp:spPr>
        <a:xfrm>
          <a:off x="472118" y="218027"/>
          <a:ext cx="1210051" cy="12100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90170D69-1043-4F4B-B4DE-41D090F88EEC}">
      <dsp:nvSpPr>
        <dsp:cNvPr id="0" name=""/>
        <dsp:cNvSpPr/>
      </dsp:nvSpPr>
      <dsp:spPr>
        <a:xfrm>
          <a:off x="2218915" y="0"/>
          <a:ext cx="2154287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0843"/>
                <a:satOff val="373"/>
                <a:lumOff val="882"/>
                <a:alphaOff val="0"/>
                <a:tint val="98000"/>
                <a:lumMod val="110000"/>
              </a:schemeClr>
            </a:gs>
            <a:gs pos="84000">
              <a:schemeClr val="accent2">
                <a:hueOff val="-330843"/>
                <a:satOff val="373"/>
                <a:lumOff val="88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BACKEND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 err="1"/>
            <a:t>FastAPI</a:t>
          </a:r>
          <a:r>
            <a:rPr lang="en-IN" sz="1100" kern="1200" dirty="0"/>
            <a:t> + </a:t>
          </a:r>
          <a:r>
            <a:rPr lang="en-IN" sz="1100" kern="1200" dirty="0" err="1"/>
            <a:t>Uvicorn</a:t>
          </a:r>
          <a:r>
            <a:rPr lang="en-IN" sz="1100" kern="1200" dirty="0"/>
            <a:t> (REST API &amp; server)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 err="1"/>
            <a:t>LangChain</a:t>
          </a:r>
          <a:r>
            <a:rPr lang="en-IN" sz="1100" kern="1200" dirty="0"/>
            <a:t> &amp; </a:t>
          </a:r>
          <a:r>
            <a:rPr lang="en-IN" sz="1100" kern="1200" dirty="0" err="1"/>
            <a:t>LangGraph</a:t>
          </a:r>
          <a:r>
            <a:rPr lang="en-IN" sz="1100" kern="1200" dirty="0"/>
            <a:t> (agent workflows)</a:t>
          </a:r>
        </a:p>
      </dsp:txBody>
      <dsp:txXfrm>
        <a:off x="2218915" y="1453514"/>
        <a:ext cx="2154287" cy="1453514"/>
      </dsp:txXfrm>
    </dsp:sp>
    <dsp:sp modelId="{FD3A6242-1750-4258-A276-B768D2E599BF}">
      <dsp:nvSpPr>
        <dsp:cNvPr id="0" name=""/>
        <dsp:cNvSpPr/>
      </dsp:nvSpPr>
      <dsp:spPr>
        <a:xfrm>
          <a:off x="2691033" y="218027"/>
          <a:ext cx="1210051" cy="12100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D7D690E-A851-4D38-88BB-ABBAB505C3D1}">
      <dsp:nvSpPr>
        <dsp:cNvPr id="0" name=""/>
        <dsp:cNvSpPr/>
      </dsp:nvSpPr>
      <dsp:spPr>
        <a:xfrm>
          <a:off x="4437831" y="0"/>
          <a:ext cx="2154287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61686"/>
                <a:satOff val="746"/>
                <a:lumOff val="1765"/>
                <a:alphaOff val="0"/>
                <a:tint val="98000"/>
                <a:lumMod val="110000"/>
              </a:schemeClr>
            </a:gs>
            <a:gs pos="84000">
              <a:schemeClr val="accent2">
                <a:hueOff val="-661686"/>
                <a:satOff val="746"/>
                <a:lumOff val="1765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AI AGENTS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/>
            <a:t>Anthropic (LLM for reasoning &amp; analysis)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/>
            <a:t>Multi-Agent System (Supervisor, Retriever, Classifier, Risk, Summariser)</a:t>
          </a:r>
        </a:p>
      </dsp:txBody>
      <dsp:txXfrm>
        <a:off x="4437831" y="1453514"/>
        <a:ext cx="2154287" cy="1453514"/>
      </dsp:txXfrm>
    </dsp:sp>
    <dsp:sp modelId="{4AE6DFCE-5C5A-4969-B72B-DFBE25F1B017}">
      <dsp:nvSpPr>
        <dsp:cNvPr id="0" name=""/>
        <dsp:cNvSpPr/>
      </dsp:nvSpPr>
      <dsp:spPr>
        <a:xfrm>
          <a:off x="4909949" y="218027"/>
          <a:ext cx="1210051" cy="12100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70B259C-48BF-4779-A677-01F65F0C8953}">
      <dsp:nvSpPr>
        <dsp:cNvPr id="0" name=""/>
        <dsp:cNvSpPr/>
      </dsp:nvSpPr>
      <dsp:spPr>
        <a:xfrm>
          <a:off x="6656747" y="0"/>
          <a:ext cx="2154287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92530"/>
                <a:satOff val="1119"/>
                <a:lumOff val="2647"/>
                <a:alphaOff val="0"/>
                <a:tint val="98000"/>
                <a:lumMod val="110000"/>
              </a:schemeClr>
            </a:gs>
            <a:gs pos="84000">
              <a:schemeClr val="accent2">
                <a:hueOff val="-992530"/>
                <a:satOff val="1119"/>
                <a:lumOff val="264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DATA &amp; RETRIEVAL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 err="1"/>
            <a:t>ChromaDB</a:t>
          </a:r>
          <a:r>
            <a:rPr lang="en-IN" sz="1100" kern="1200" dirty="0"/>
            <a:t> (vector database)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/>
            <a:t>Sentence Transformers (</a:t>
          </a:r>
          <a:r>
            <a:rPr lang="en-IN" sz="1100" i="1" kern="1200" dirty="0"/>
            <a:t>all-MiniLM-L6-v2</a:t>
          </a:r>
          <a:r>
            <a:rPr lang="en-IN" sz="1100" kern="1200" dirty="0"/>
            <a:t>)</a:t>
          </a:r>
        </a:p>
      </dsp:txBody>
      <dsp:txXfrm>
        <a:off x="6656747" y="1453514"/>
        <a:ext cx="2154287" cy="1453514"/>
      </dsp:txXfrm>
    </dsp:sp>
    <dsp:sp modelId="{90A9ACAE-E2DE-4D1F-A276-5D9D4B490E02}">
      <dsp:nvSpPr>
        <dsp:cNvPr id="0" name=""/>
        <dsp:cNvSpPr/>
      </dsp:nvSpPr>
      <dsp:spPr>
        <a:xfrm>
          <a:off x="7128865" y="218027"/>
          <a:ext cx="1210051" cy="12100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51AB01A-866B-4620-9052-C5F1ED281791}">
      <dsp:nvSpPr>
        <dsp:cNvPr id="0" name=""/>
        <dsp:cNvSpPr/>
      </dsp:nvSpPr>
      <dsp:spPr>
        <a:xfrm>
          <a:off x="8875662" y="0"/>
          <a:ext cx="2154287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23373"/>
                <a:satOff val="1492"/>
                <a:lumOff val="3530"/>
                <a:alphaOff val="0"/>
                <a:tint val="98000"/>
                <a:lumMod val="110000"/>
              </a:schemeClr>
            </a:gs>
            <a:gs pos="84000">
              <a:schemeClr val="accent2">
                <a:hueOff val="-1323373"/>
                <a:satOff val="1492"/>
                <a:lumOff val="353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DEPLOYMENT &amp; TOOLS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/>
            <a:t>Python (core language)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100" kern="1200" dirty="0" err="1"/>
            <a:t>Pytest</a:t>
          </a:r>
          <a:r>
            <a:rPr lang="en-IN" sz="1100" kern="1200" dirty="0"/>
            <a:t> + Logging (testing &amp; debugging)</a:t>
          </a:r>
        </a:p>
      </dsp:txBody>
      <dsp:txXfrm>
        <a:off x="8875662" y="1453514"/>
        <a:ext cx="2154287" cy="1453514"/>
      </dsp:txXfrm>
    </dsp:sp>
    <dsp:sp modelId="{55B5D1A7-4509-4EE1-B696-27FDFA158A64}">
      <dsp:nvSpPr>
        <dsp:cNvPr id="0" name=""/>
        <dsp:cNvSpPr/>
      </dsp:nvSpPr>
      <dsp:spPr>
        <a:xfrm>
          <a:off x="9347780" y="218027"/>
          <a:ext cx="1210051" cy="12100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03E78C4-6EA6-497F-BAA5-8101B14B2F98}">
      <dsp:nvSpPr>
        <dsp:cNvPr id="0" name=""/>
        <dsp:cNvSpPr/>
      </dsp:nvSpPr>
      <dsp:spPr>
        <a:xfrm>
          <a:off x="441197" y="2907029"/>
          <a:ext cx="10147554" cy="545068"/>
        </a:xfrm>
        <a:prstGeom prst="left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tint val="4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034DF-5329-434E-9801-25144DEBE59D}">
      <dsp:nvSpPr>
        <dsp:cNvPr id="0" name=""/>
        <dsp:cNvSpPr/>
      </dsp:nvSpPr>
      <dsp:spPr>
        <a:xfrm>
          <a:off x="9142" y="532534"/>
          <a:ext cx="2104396" cy="2525276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3">
                <a:shade val="5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Supervisor Agent</a:t>
          </a:r>
        </a:p>
      </dsp:txBody>
      <dsp:txXfrm rot="16200000">
        <a:off x="-815781" y="1357458"/>
        <a:ext cx="2070726" cy="420879"/>
      </dsp:txXfrm>
    </dsp:sp>
    <dsp:sp modelId="{2467830D-9BC8-4C5A-A04C-F3C10868003F}">
      <dsp:nvSpPr>
        <dsp:cNvPr id="0" name=""/>
        <dsp:cNvSpPr/>
      </dsp:nvSpPr>
      <dsp:spPr>
        <a:xfrm>
          <a:off x="430021" y="532534"/>
          <a:ext cx="1567775" cy="2525276"/>
        </a:xfrm>
        <a:prstGeom prst="rect">
          <a:avLst/>
        </a:prstGeom>
        <a:noFill/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2060"/>
              </a:solidFill>
            </a:rPr>
            <a:t>Receives every user query first. Analyses the intent and decides which agent path to activate — full pipeline, retrieval only, classification only, or risk only. Ensures no wasted compute.</a:t>
          </a:r>
          <a:endParaRPr lang="en-IN" sz="1300" kern="1200" dirty="0">
            <a:solidFill>
              <a:srgbClr val="002060"/>
            </a:solidFill>
          </a:endParaRPr>
        </a:p>
      </dsp:txBody>
      <dsp:txXfrm>
        <a:off x="430021" y="532534"/>
        <a:ext cx="1567775" cy="2525276"/>
      </dsp:txXfrm>
    </dsp:sp>
    <dsp:sp modelId="{17E2E15C-5284-41D9-9D98-E83E88629D4C}">
      <dsp:nvSpPr>
        <dsp:cNvPr id="0" name=""/>
        <dsp:cNvSpPr/>
      </dsp:nvSpPr>
      <dsp:spPr>
        <a:xfrm>
          <a:off x="2184078" y="554731"/>
          <a:ext cx="2104396" cy="2525276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shade val="50000"/>
                <a:hueOff val="44080"/>
                <a:satOff val="-6352"/>
                <a:lumOff val="18173"/>
                <a:alphaOff val="0"/>
                <a:tint val="98000"/>
                <a:lumMod val="110000"/>
              </a:schemeClr>
            </a:gs>
            <a:gs pos="84000">
              <a:schemeClr val="accent3">
                <a:shade val="50000"/>
                <a:hueOff val="44080"/>
                <a:satOff val="-6352"/>
                <a:lumOff val="1817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Retriever Agent</a:t>
          </a:r>
        </a:p>
      </dsp:txBody>
      <dsp:txXfrm rot="16200000">
        <a:off x="1359154" y="1379655"/>
        <a:ext cx="2070726" cy="420879"/>
      </dsp:txXfrm>
    </dsp:sp>
    <dsp:sp modelId="{BE1E4EEA-CE81-427B-A91B-431DB4925D67}">
      <dsp:nvSpPr>
        <dsp:cNvPr id="0" name=""/>
        <dsp:cNvSpPr/>
      </dsp:nvSpPr>
      <dsp:spPr>
        <a:xfrm rot="5400000">
          <a:off x="2009033" y="2561851"/>
          <a:ext cx="371134" cy="3156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9965E7-B4DF-435F-80FD-8E351B0577AF}">
      <dsp:nvSpPr>
        <dsp:cNvPr id="0" name=""/>
        <dsp:cNvSpPr/>
      </dsp:nvSpPr>
      <dsp:spPr>
        <a:xfrm>
          <a:off x="2604957" y="554731"/>
          <a:ext cx="1567775" cy="2525276"/>
        </a:xfrm>
        <a:prstGeom prst="rect">
          <a:avLst/>
        </a:prstGeom>
        <a:noFill/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>
              <a:solidFill>
                <a:srgbClr val="002060"/>
              </a:solidFill>
            </a:rPr>
            <a:t>Searches 150,796 embedded legal clauses in </a:t>
          </a:r>
          <a:r>
            <a:rPr lang="en-US" sz="1300" b="0" kern="1200" dirty="0" err="1">
              <a:solidFill>
                <a:srgbClr val="002060"/>
              </a:solidFill>
            </a:rPr>
            <a:t>ChromaDB</a:t>
          </a:r>
          <a:r>
            <a:rPr lang="en-US" sz="1300" b="0" kern="1200" dirty="0">
              <a:solidFill>
                <a:srgbClr val="002060"/>
              </a:solidFill>
            </a:rPr>
            <a:t> using cosine similarity. Returns the top 5 most relevant clauses with their domain, clause type, and similarity score. Requires no LLM call — pure vector search</a:t>
          </a:r>
          <a:r>
            <a:rPr lang="en-US" sz="1300" b="1" kern="1200" dirty="0">
              <a:solidFill>
                <a:srgbClr val="002060"/>
              </a:solidFill>
            </a:rPr>
            <a:t>. </a:t>
          </a:r>
          <a:endParaRPr lang="en-IN" sz="1300" b="1" kern="1200" dirty="0">
            <a:solidFill>
              <a:srgbClr val="002060"/>
            </a:solidFill>
          </a:endParaRPr>
        </a:p>
      </dsp:txBody>
      <dsp:txXfrm>
        <a:off x="2604957" y="554731"/>
        <a:ext cx="1567775" cy="2525276"/>
      </dsp:txXfrm>
    </dsp:sp>
    <dsp:sp modelId="{F34999B9-88F0-472B-A303-AFFAB816CA4C}">
      <dsp:nvSpPr>
        <dsp:cNvPr id="0" name=""/>
        <dsp:cNvSpPr/>
      </dsp:nvSpPr>
      <dsp:spPr>
        <a:xfrm>
          <a:off x="4362129" y="554731"/>
          <a:ext cx="2104396" cy="2525276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shade val="50000"/>
                <a:hueOff val="88160"/>
                <a:satOff val="-12704"/>
                <a:lumOff val="36346"/>
                <a:alphaOff val="0"/>
                <a:tint val="98000"/>
                <a:lumMod val="110000"/>
              </a:schemeClr>
            </a:gs>
            <a:gs pos="84000">
              <a:schemeClr val="accent3">
                <a:shade val="50000"/>
                <a:hueOff val="88160"/>
                <a:satOff val="-12704"/>
                <a:lumOff val="3634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Classifier Agent</a:t>
          </a:r>
        </a:p>
      </dsp:txBody>
      <dsp:txXfrm rot="16200000">
        <a:off x="3537205" y="1379655"/>
        <a:ext cx="2070726" cy="420879"/>
      </dsp:txXfrm>
    </dsp:sp>
    <dsp:sp modelId="{8DBDB306-413E-411E-882C-31AF4BC31A35}">
      <dsp:nvSpPr>
        <dsp:cNvPr id="0" name=""/>
        <dsp:cNvSpPr/>
      </dsp:nvSpPr>
      <dsp:spPr>
        <a:xfrm rot="5400000">
          <a:off x="4187083" y="2561851"/>
          <a:ext cx="371134" cy="3156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shade val="50000"/>
              <a:hueOff val="55100"/>
              <a:satOff val="-7940"/>
              <a:lumOff val="2271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575BD4-EA29-4F17-97D1-94C5454C2EEB}">
      <dsp:nvSpPr>
        <dsp:cNvPr id="0" name=""/>
        <dsp:cNvSpPr/>
      </dsp:nvSpPr>
      <dsp:spPr>
        <a:xfrm>
          <a:off x="4783008" y="554731"/>
          <a:ext cx="1567775" cy="2525276"/>
        </a:xfrm>
        <a:prstGeom prst="rect">
          <a:avLst/>
        </a:prstGeom>
        <a:noFill/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rgbClr val="002060"/>
              </a:solidFill>
            </a:rPr>
            <a:t>Identifies the exact type of any legal clause from 395 possible categories. Uses </a:t>
          </a:r>
          <a:r>
            <a:rPr lang="en-US" sz="1300" kern="1200" dirty="0" err="1">
              <a:solidFill>
                <a:srgbClr val="002060"/>
              </a:solidFill>
            </a:rPr>
            <a:t>ChromaDB</a:t>
          </a:r>
          <a:r>
            <a:rPr lang="en-US" sz="1300" kern="1200" dirty="0">
              <a:solidFill>
                <a:srgbClr val="002060"/>
              </a:solidFill>
            </a:rPr>
            <a:t> semantic match as the primary method. Falls back to Claude with the full dynamic category list if confidence is below the threshold. Classifies based on user type.</a:t>
          </a:r>
          <a:endParaRPr lang="en-IN" sz="1300" kern="1200" dirty="0">
            <a:solidFill>
              <a:srgbClr val="002060"/>
            </a:solidFill>
          </a:endParaRPr>
        </a:p>
      </dsp:txBody>
      <dsp:txXfrm>
        <a:off x="4783008" y="554731"/>
        <a:ext cx="1567775" cy="2525276"/>
      </dsp:txXfrm>
    </dsp:sp>
    <dsp:sp modelId="{428F14E9-F6A2-4232-A597-B94C6227B0F9}">
      <dsp:nvSpPr>
        <dsp:cNvPr id="0" name=""/>
        <dsp:cNvSpPr/>
      </dsp:nvSpPr>
      <dsp:spPr>
        <a:xfrm>
          <a:off x="6540179" y="554731"/>
          <a:ext cx="2104396" cy="2525276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shade val="50000"/>
                <a:hueOff val="88160"/>
                <a:satOff val="-12704"/>
                <a:lumOff val="36346"/>
                <a:alphaOff val="0"/>
                <a:tint val="98000"/>
                <a:lumMod val="110000"/>
              </a:schemeClr>
            </a:gs>
            <a:gs pos="84000">
              <a:schemeClr val="accent3">
                <a:shade val="50000"/>
                <a:hueOff val="88160"/>
                <a:satOff val="-12704"/>
                <a:lumOff val="3634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Risk Agent</a:t>
          </a:r>
        </a:p>
      </dsp:txBody>
      <dsp:txXfrm rot="16200000">
        <a:off x="5715256" y="1379655"/>
        <a:ext cx="2070726" cy="420879"/>
      </dsp:txXfrm>
    </dsp:sp>
    <dsp:sp modelId="{C433AF4C-7F91-43CE-ADD2-0FB6951C80BE}">
      <dsp:nvSpPr>
        <dsp:cNvPr id="0" name=""/>
        <dsp:cNvSpPr/>
      </dsp:nvSpPr>
      <dsp:spPr>
        <a:xfrm rot="5400000">
          <a:off x="6365134" y="2561851"/>
          <a:ext cx="371134" cy="3156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shade val="50000"/>
              <a:hueOff val="110200"/>
              <a:satOff val="-15880"/>
              <a:lumOff val="4543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8A83D4-3C65-4E8B-A1EA-06DE01FBC290}">
      <dsp:nvSpPr>
        <dsp:cNvPr id="0" name=""/>
        <dsp:cNvSpPr/>
      </dsp:nvSpPr>
      <dsp:spPr>
        <a:xfrm>
          <a:off x="8718230" y="554731"/>
          <a:ext cx="2104396" cy="2525276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3">
                <a:shade val="50000"/>
                <a:hueOff val="44080"/>
                <a:satOff val="-6352"/>
                <a:lumOff val="18173"/>
                <a:alphaOff val="0"/>
                <a:tint val="98000"/>
                <a:lumMod val="110000"/>
              </a:schemeClr>
            </a:gs>
            <a:gs pos="84000">
              <a:schemeClr val="accent3">
                <a:shade val="50000"/>
                <a:hueOff val="44080"/>
                <a:satOff val="-6352"/>
                <a:lumOff val="1817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93345" bIns="0" numCol="1" spcCol="1270" anchor="t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Summariser</a:t>
          </a:r>
        </a:p>
      </dsp:txBody>
      <dsp:txXfrm rot="16200000">
        <a:off x="7893306" y="1379655"/>
        <a:ext cx="2070726" cy="420879"/>
      </dsp:txXfrm>
    </dsp:sp>
    <dsp:sp modelId="{FB9B6C36-99AD-4E54-B67D-AF41A8CF0590}">
      <dsp:nvSpPr>
        <dsp:cNvPr id="0" name=""/>
        <dsp:cNvSpPr/>
      </dsp:nvSpPr>
      <dsp:spPr>
        <a:xfrm rot="5400000">
          <a:off x="8543185" y="2561851"/>
          <a:ext cx="371134" cy="31565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shade val="50000"/>
              <a:hueOff val="55100"/>
              <a:satOff val="-7940"/>
              <a:lumOff val="2271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67462-A022-4F88-BD30-3F0ACE827303}">
      <dsp:nvSpPr>
        <dsp:cNvPr id="0" name=""/>
        <dsp:cNvSpPr/>
      </dsp:nvSpPr>
      <dsp:spPr>
        <a:xfrm>
          <a:off x="1346" y="0"/>
          <a:ext cx="3500716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tint val="4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Module 1: Legal Research</a:t>
          </a:r>
        </a:p>
      </dsp:txBody>
      <dsp:txXfrm>
        <a:off x="1346" y="0"/>
        <a:ext cx="3500716" cy="1090136"/>
      </dsp:txXfrm>
    </dsp:sp>
    <dsp:sp modelId="{9E7817F7-46A6-4AC4-A1FA-0F0038ED6C1E}">
      <dsp:nvSpPr>
        <dsp:cNvPr id="0" name=""/>
        <dsp:cNvSpPr/>
      </dsp:nvSpPr>
      <dsp:spPr>
        <a:xfrm>
          <a:off x="351418" y="1090446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Users can enter any legal query or prompt, not just a clause.</a:t>
          </a:r>
          <a:endParaRPr lang="en-IN" sz="900" kern="1200" dirty="0"/>
        </a:p>
      </dsp:txBody>
      <dsp:txXfrm>
        <a:off x="372327" y="1111355"/>
        <a:ext cx="2758755" cy="672075"/>
      </dsp:txXfrm>
    </dsp:sp>
    <dsp:sp modelId="{3A2109CE-D67F-4CE4-B6D4-15D43F3E4DD6}">
      <dsp:nvSpPr>
        <dsp:cNvPr id="0" name=""/>
        <dsp:cNvSpPr/>
      </dsp:nvSpPr>
      <dsp:spPr>
        <a:xfrm>
          <a:off x="351418" y="1914170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69817"/>
                <a:satOff val="-1138"/>
                <a:lumOff val="-1177"/>
                <a:alphaOff val="0"/>
                <a:tint val="98000"/>
                <a:lumMod val="110000"/>
              </a:schemeClr>
            </a:gs>
            <a:gs pos="84000">
              <a:schemeClr val="accent4">
                <a:hueOff val="-169817"/>
                <a:satOff val="-1138"/>
                <a:lumOff val="-117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system identifies the type of query and maps it to the relevant clause category.</a:t>
          </a:r>
          <a:endParaRPr lang="en-IN" sz="900" kern="1200" dirty="0"/>
        </a:p>
      </dsp:txBody>
      <dsp:txXfrm>
        <a:off x="372327" y="1935079"/>
        <a:ext cx="2758755" cy="672075"/>
      </dsp:txXfrm>
    </dsp:sp>
    <dsp:sp modelId="{76CD0FED-F83E-44E4-BD53-2779A39CE139}">
      <dsp:nvSpPr>
        <dsp:cNvPr id="0" name=""/>
        <dsp:cNvSpPr/>
      </dsp:nvSpPr>
      <dsp:spPr>
        <a:xfrm>
          <a:off x="351418" y="2737893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39634"/>
                <a:satOff val="-2277"/>
                <a:lumOff val="-2353"/>
                <a:alphaOff val="0"/>
                <a:tint val="98000"/>
                <a:lumMod val="110000"/>
              </a:schemeClr>
            </a:gs>
            <a:gs pos="84000">
              <a:schemeClr val="accent4">
                <a:hueOff val="-339634"/>
                <a:satOff val="-2277"/>
                <a:lumOff val="-235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Providing: one-sentence explanation or solution, </a:t>
          </a:r>
          <a:r>
            <a:rPr lang="en-US" sz="900" kern="1200" dirty="0"/>
            <a:t>Key points related to the query, </a:t>
          </a:r>
          <a:r>
            <a:rPr lang="en-IN" sz="900" kern="1200" dirty="0"/>
            <a:t>Risk assessment,</a:t>
          </a:r>
          <a:r>
            <a:rPr lang="en-US" sz="900" kern="1200" dirty="0"/>
            <a:t> Recommendations based on the analysis, </a:t>
          </a:r>
          <a:r>
            <a:rPr lang="en-IN" sz="900" kern="1200" dirty="0"/>
            <a:t>Clause type identification and </a:t>
          </a:r>
          <a:r>
            <a:rPr lang="en-US" sz="900" kern="1200" dirty="0"/>
            <a:t>Similar related clauses for additional context</a:t>
          </a:r>
          <a:endParaRPr lang="en-IN" sz="900" kern="1200" dirty="0"/>
        </a:p>
      </dsp:txBody>
      <dsp:txXfrm>
        <a:off x="372327" y="2758802"/>
        <a:ext cx="2758755" cy="672075"/>
      </dsp:txXfrm>
    </dsp:sp>
    <dsp:sp modelId="{CFD33030-E8F9-4747-9368-D1045ACA422A}">
      <dsp:nvSpPr>
        <dsp:cNvPr id="0" name=""/>
        <dsp:cNvSpPr/>
      </dsp:nvSpPr>
      <dsp:spPr>
        <a:xfrm>
          <a:off x="3764616" y="0"/>
          <a:ext cx="3500716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tint val="4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Module 2. Clause Classifier</a:t>
          </a:r>
        </a:p>
      </dsp:txBody>
      <dsp:txXfrm>
        <a:off x="3764616" y="0"/>
        <a:ext cx="3500716" cy="1090136"/>
      </dsp:txXfrm>
    </dsp:sp>
    <dsp:sp modelId="{30DAC50B-1B71-45C3-A7DB-8B8F68930F42}">
      <dsp:nvSpPr>
        <dsp:cNvPr id="0" name=""/>
        <dsp:cNvSpPr/>
      </dsp:nvSpPr>
      <dsp:spPr>
        <a:xfrm>
          <a:off x="4114688" y="1090224"/>
          <a:ext cx="2800573" cy="529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09452"/>
                <a:satOff val="-3415"/>
                <a:lumOff val="-3530"/>
                <a:alphaOff val="0"/>
                <a:tint val="98000"/>
                <a:lumMod val="110000"/>
              </a:schemeClr>
            </a:gs>
            <a:gs pos="84000">
              <a:schemeClr val="accent4">
                <a:hueOff val="-509452"/>
                <a:satOff val="-3415"/>
                <a:lumOff val="-353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Users can submit a clause or legal query to classify what type of clause it belongs to.</a:t>
          </a:r>
          <a:endParaRPr lang="en-IN" sz="900" kern="1200" dirty="0"/>
        </a:p>
      </dsp:txBody>
      <dsp:txXfrm>
        <a:off x="4130193" y="1105729"/>
        <a:ext cx="2769563" cy="498355"/>
      </dsp:txXfrm>
    </dsp:sp>
    <dsp:sp modelId="{B3B91748-C664-43A9-9835-754C9D301E56}">
      <dsp:nvSpPr>
        <dsp:cNvPr id="0" name=""/>
        <dsp:cNvSpPr/>
      </dsp:nvSpPr>
      <dsp:spPr>
        <a:xfrm>
          <a:off x="4114688" y="1701031"/>
          <a:ext cx="2800573" cy="529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679269"/>
                <a:satOff val="-4553"/>
                <a:lumOff val="-4706"/>
                <a:alphaOff val="0"/>
                <a:tint val="98000"/>
                <a:lumMod val="110000"/>
              </a:schemeClr>
            </a:gs>
            <a:gs pos="84000">
              <a:schemeClr val="accent4">
                <a:hueOff val="-679269"/>
                <a:satOff val="-4553"/>
                <a:lumOff val="-470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system labels the clause category automatically.</a:t>
          </a:r>
          <a:endParaRPr lang="en-IN" sz="900" kern="1200" dirty="0"/>
        </a:p>
      </dsp:txBody>
      <dsp:txXfrm>
        <a:off x="4130193" y="1716536"/>
        <a:ext cx="2769563" cy="498355"/>
      </dsp:txXfrm>
    </dsp:sp>
    <dsp:sp modelId="{B8375B98-33C6-4D8A-B444-8F510E6D5F56}">
      <dsp:nvSpPr>
        <dsp:cNvPr id="0" name=""/>
        <dsp:cNvSpPr/>
      </dsp:nvSpPr>
      <dsp:spPr>
        <a:xfrm>
          <a:off x="4114688" y="2311837"/>
          <a:ext cx="2800573" cy="529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849086"/>
                <a:satOff val="-5692"/>
                <a:lumOff val="-5883"/>
                <a:alphaOff val="0"/>
                <a:tint val="98000"/>
                <a:lumMod val="110000"/>
              </a:schemeClr>
            </a:gs>
            <a:gs pos="84000">
              <a:schemeClr val="accent4">
                <a:hueOff val="-849086"/>
                <a:satOff val="-5692"/>
                <a:lumOff val="-5883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interface also supports different user personas </a:t>
          </a:r>
          <a:endParaRPr lang="en-IN" sz="900" kern="1200" dirty="0"/>
        </a:p>
      </dsp:txBody>
      <dsp:txXfrm>
        <a:off x="4130193" y="2327342"/>
        <a:ext cx="2769563" cy="498355"/>
      </dsp:txXfrm>
    </dsp:sp>
    <dsp:sp modelId="{3EC364C1-9935-43DB-9A85-34667301E836}">
      <dsp:nvSpPr>
        <dsp:cNvPr id="0" name=""/>
        <dsp:cNvSpPr/>
      </dsp:nvSpPr>
      <dsp:spPr>
        <a:xfrm>
          <a:off x="4114688" y="2922643"/>
          <a:ext cx="2800573" cy="5293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018903"/>
                <a:satOff val="-6830"/>
                <a:lumOff val="-7059"/>
                <a:alphaOff val="0"/>
                <a:tint val="98000"/>
                <a:lumMod val="110000"/>
              </a:schemeClr>
            </a:gs>
            <a:gs pos="84000">
              <a:schemeClr val="accent4">
                <a:hueOff val="-1018903"/>
                <a:satOff val="-6830"/>
                <a:lumOff val="-705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For each user type, the system provides, Suggested questions they can ask, </a:t>
          </a:r>
          <a:r>
            <a:rPr lang="en-IN" sz="900" kern="1200" dirty="0"/>
            <a:t>Recommended clause examples and Use-case specific legal queries </a:t>
          </a:r>
        </a:p>
      </dsp:txBody>
      <dsp:txXfrm>
        <a:off x="4130193" y="2938148"/>
        <a:ext cx="2769563" cy="498355"/>
      </dsp:txXfrm>
    </dsp:sp>
    <dsp:sp modelId="{DC14C9B4-CE0E-4369-A4A8-8083B5A3A458}">
      <dsp:nvSpPr>
        <dsp:cNvPr id="0" name=""/>
        <dsp:cNvSpPr/>
      </dsp:nvSpPr>
      <dsp:spPr>
        <a:xfrm>
          <a:off x="7527887" y="0"/>
          <a:ext cx="3500716" cy="36337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4">
                <a:tint val="4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Module 3. Risk Analysis</a:t>
          </a:r>
        </a:p>
      </dsp:txBody>
      <dsp:txXfrm>
        <a:off x="7527887" y="0"/>
        <a:ext cx="3500716" cy="1090136"/>
      </dsp:txXfrm>
    </dsp:sp>
    <dsp:sp modelId="{1C75DDB4-9200-4B69-9924-C901C8E43735}">
      <dsp:nvSpPr>
        <dsp:cNvPr id="0" name=""/>
        <dsp:cNvSpPr/>
      </dsp:nvSpPr>
      <dsp:spPr>
        <a:xfrm>
          <a:off x="7877958" y="1090446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188720"/>
                <a:satOff val="-7968"/>
                <a:lumOff val="-8236"/>
                <a:alphaOff val="0"/>
                <a:tint val="98000"/>
                <a:lumMod val="110000"/>
              </a:schemeClr>
            </a:gs>
            <a:gs pos="84000">
              <a:schemeClr val="accent4">
                <a:hueOff val="-1188720"/>
                <a:satOff val="-7968"/>
                <a:lumOff val="-8236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Users can analyze the risk level associated with a clause or legal situation.</a:t>
          </a:r>
          <a:endParaRPr lang="en-IN" sz="900" kern="1200" dirty="0"/>
        </a:p>
      </dsp:txBody>
      <dsp:txXfrm>
        <a:off x="7898867" y="1111355"/>
        <a:ext cx="2758755" cy="672075"/>
      </dsp:txXfrm>
    </dsp:sp>
    <dsp:sp modelId="{6D1B46B3-9186-42A2-B59C-278E37E421B8}">
      <dsp:nvSpPr>
        <dsp:cNvPr id="0" name=""/>
        <dsp:cNvSpPr/>
      </dsp:nvSpPr>
      <dsp:spPr>
        <a:xfrm>
          <a:off x="7877958" y="1914170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358538"/>
                <a:satOff val="-9107"/>
                <a:lumOff val="-9412"/>
                <a:alphaOff val="0"/>
                <a:tint val="98000"/>
                <a:lumMod val="110000"/>
              </a:schemeClr>
            </a:gs>
            <a:gs pos="84000">
              <a:schemeClr val="accent4">
                <a:hueOff val="-1358538"/>
                <a:satOff val="-9107"/>
                <a:lumOff val="-9412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system evaluates risk from </a:t>
          </a:r>
          <a:r>
            <a:rPr lang="en-US" sz="900" b="1" kern="1200" dirty="0"/>
            <a:t>Low to Critical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7898867" y="1935079"/>
        <a:ext cx="2758755" cy="672075"/>
      </dsp:txXfrm>
    </dsp:sp>
    <dsp:sp modelId="{A90AA44C-00D6-478D-9A08-18923121CE5A}">
      <dsp:nvSpPr>
        <dsp:cNvPr id="0" name=""/>
        <dsp:cNvSpPr/>
      </dsp:nvSpPr>
      <dsp:spPr>
        <a:xfrm>
          <a:off x="7877958" y="2737893"/>
          <a:ext cx="2800573" cy="71389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528355"/>
                <a:satOff val="-10245"/>
                <a:lumOff val="-10589"/>
                <a:alphaOff val="0"/>
                <a:tint val="98000"/>
                <a:lumMod val="110000"/>
              </a:schemeClr>
            </a:gs>
            <a:gs pos="84000">
              <a:schemeClr val="accent4">
                <a:hueOff val="-1528355"/>
                <a:satOff val="-10245"/>
                <a:lumOff val="-10589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Example:</a:t>
          </a:r>
          <a:br>
            <a:rPr lang="en-US" sz="900" kern="1200" dirty="0"/>
          </a:br>
          <a:r>
            <a:rPr lang="en-US" sz="900" kern="1200" dirty="0"/>
            <a:t>A student facing rental agreement issues can receive an analysis showing whether their situation is low, medium, high, or critical risk, along with guidance.</a:t>
          </a:r>
          <a:endParaRPr lang="en-IN" sz="900" kern="1200" dirty="0"/>
        </a:p>
      </dsp:txBody>
      <dsp:txXfrm>
        <a:off x="7898867" y="2758802"/>
        <a:ext cx="2758755" cy="6720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97CD2-4124-4C63-8150-580B748C2FCF}">
      <dsp:nvSpPr>
        <dsp:cNvPr id="0" name=""/>
        <dsp:cNvSpPr/>
      </dsp:nvSpPr>
      <dsp:spPr>
        <a:xfrm>
          <a:off x="4573766" y="747"/>
          <a:ext cx="3709466" cy="16777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dk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Expected Outcomes</a:t>
          </a:r>
        </a:p>
      </dsp:txBody>
      <dsp:txXfrm>
        <a:off x="4573766" y="747"/>
        <a:ext cx="3709466" cy="1677732"/>
      </dsp:txXfrm>
    </dsp:sp>
    <dsp:sp modelId="{2F3CB3DF-20F6-47CB-B2A0-025FC06265BE}">
      <dsp:nvSpPr>
        <dsp:cNvPr id="0" name=""/>
        <dsp:cNvSpPr/>
      </dsp:nvSpPr>
      <dsp:spPr>
        <a:xfrm>
          <a:off x="2746716" y="747"/>
          <a:ext cx="1660955" cy="16777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1000" r="-1000"/>
          </a:stretch>
        </a:blip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A86666-F149-412A-818F-FFA02064A3FC}">
      <dsp:nvSpPr>
        <dsp:cNvPr id="0" name=""/>
        <dsp:cNvSpPr/>
      </dsp:nvSpPr>
      <dsp:spPr>
        <a:xfrm>
          <a:off x="2746716" y="1955306"/>
          <a:ext cx="3709466" cy="167773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dk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Future Enhancements</a:t>
          </a:r>
        </a:p>
      </dsp:txBody>
      <dsp:txXfrm>
        <a:off x="2746716" y="1955306"/>
        <a:ext cx="3709466" cy="1677732"/>
      </dsp:txXfrm>
    </dsp:sp>
    <dsp:sp modelId="{1522B1AA-1FC9-4470-A668-A570CF9C34EF}">
      <dsp:nvSpPr>
        <dsp:cNvPr id="0" name=""/>
        <dsp:cNvSpPr/>
      </dsp:nvSpPr>
      <dsp:spPr>
        <a:xfrm>
          <a:off x="6622278" y="1955306"/>
          <a:ext cx="1660955" cy="16777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 w="1270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58C0D-C2B3-49A7-A838-A138AA940693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BD16A-94AC-472B-A978-B40037A118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93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D16A-94AC-472B-A978-B40037A1185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55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D16A-94AC-472B-A978-B40037A1185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88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BD16A-94AC-472B-A978-B40037A1185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60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089" y="915707"/>
            <a:ext cx="10993549" cy="1475013"/>
          </a:xfrm>
        </p:spPr>
        <p:txBody>
          <a:bodyPr>
            <a:normAutofit/>
          </a:bodyPr>
          <a:lstStyle/>
          <a:p>
            <a:r>
              <a:rPr lang="en-US" sz="4800" dirty="0"/>
              <a:t>LEXASSIST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434" y="2385204"/>
            <a:ext cx="10993546" cy="612579"/>
          </a:xfrm>
        </p:spPr>
        <p:txBody>
          <a:bodyPr>
            <a:normAutofit fontScale="70000" lnSpcReduction="20000"/>
          </a:bodyPr>
          <a:lstStyle/>
          <a:p>
            <a:r>
              <a:rPr lang="en-US" sz="2400" b="1" dirty="0">
                <a:latin typeface="+mj-lt"/>
              </a:rPr>
              <a:t>Automating Legal Intelligence: Design and Implementation of a Multi-Agent LLM System for Legal Clause Analysis and Risk Detection</a:t>
            </a:r>
            <a:endParaRPr lang="en-US" sz="2300" b="1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534" y="4575556"/>
            <a:ext cx="11260667" cy="182524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261FEE0-609F-E173-2F1B-544037E3535F}"/>
              </a:ext>
            </a:extLst>
          </p:cNvPr>
          <p:cNvSpPr txBox="1">
            <a:spLocks/>
          </p:cNvSpPr>
          <p:nvPr/>
        </p:nvSpPr>
        <p:spPr>
          <a:xfrm>
            <a:off x="4149854" y="614844"/>
            <a:ext cx="4226050" cy="4682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DSC 550: MASTER’s Project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34F5C10-15F8-FF87-EF2F-266F645A1410}"/>
              </a:ext>
            </a:extLst>
          </p:cNvPr>
          <p:cNvSpPr txBox="1">
            <a:spLocks/>
          </p:cNvSpPr>
          <p:nvPr/>
        </p:nvSpPr>
        <p:spPr>
          <a:xfrm>
            <a:off x="2180500" y="3860217"/>
            <a:ext cx="3938707" cy="6322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b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Shruthi Ravi (02196018)</a:t>
            </a:r>
            <a:endParaRPr lang="en-US" sz="1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567092D-C09C-00F2-8F02-C096082D9C0A}"/>
              </a:ext>
            </a:extLst>
          </p:cNvPr>
          <p:cNvSpPr txBox="1">
            <a:spLocks/>
          </p:cNvSpPr>
          <p:nvPr/>
        </p:nvSpPr>
        <p:spPr>
          <a:xfrm>
            <a:off x="6813460" y="3860217"/>
            <a:ext cx="3938707" cy="6322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Presented TO:</a:t>
            </a:r>
            <a:b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INSTRUCTOR: Prof. ASHOKKUMAR R PATEL</a:t>
            </a:r>
            <a:endParaRPr lang="en-US" sz="1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524759-B027-F658-D30E-C421254E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451" y="2710182"/>
            <a:ext cx="5194767" cy="364997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Legal documents such as contracts, policies, and amendments are often long, complex, and difficult to interpret in real time, especially under time pressure. </a:t>
            </a:r>
          </a:p>
          <a:p>
            <a:r>
              <a:rPr lang="en-US" dirty="0"/>
              <a:t>Existing legal resources are not designed for instant querying, structured understanding, or risk evaluation in simple, human-readable terms. </a:t>
            </a:r>
          </a:p>
          <a:p>
            <a:r>
              <a:rPr lang="en-US" dirty="0"/>
              <a:t>There is a need for an intelligent system that allows users to instantly search, understand, and assess legal clauses using real-world legal datasets(in this case, </a:t>
            </a:r>
            <a:r>
              <a:rPr lang="en-US" dirty="0">
                <a:solidFill>
                  <a:srgbClr val="92D050"/>
                </a:solidFill>
              </a:rPr>
              <a:t>Legal-Clause Dataset from Kaggle</a:t>
            </a:r>
            <a:r>
              <a:rPr lang="en-US" dirty="0"/>
              <a:t>), enabling faster and more informed decision-making without requiring immediate legal assistance.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F1441-B435-8ADB-9ADD-490854F0625C}"/>
              </a:ext>
            </a:extLst>
          </p:cNvPr>
          <p:cNvSpPr txBox="1"/>
          <p:nvPr/>
        </p:nvSpPr>
        <p:spPr>
          <a:xfrm>
            <a:off x="2247901" y="2023530"/>
            <a:ext cx="6278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i="1" dirty="0">
                <a:solidFill>
                  <a:schemeClr val="accent2">
                    <a:lumMod val="75000"/>
                  </a:schemeClr>
                </a:solidFill>
              </a:rPr>
              <a:t>Why did I decide to choose this topic? What are the real legal scenarios that we come across day-to-day?</a:t>
            </a:r>
          </a:p>
        </p:txBody>
      </p:sp>
      <p:pic>
        <p:nvPicPr>
          <p:cNvPr id="9" name="Graphic 8" descr="Gavel with solid fill">
            <a:extLst>
              <a:ext uri="{FF2B5EF4-FFF2-40B4-BE49-F238E27FC236}">
                <a16:creationId xmlns:a16="http://schemas.microsoft.com/office/drawing/2014/main" id="{A5F54CD9-3F2E-C522-F7BA-A0C148C243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0" y="928930"/>
            <a:ext cx="914400" cy="914400"/>
          </a:xfrm>
          <a:prstGeom prst="rect">
            <a:avLst/>
          </a:prstGeom>
        </p:spPr>
      </p:pic>
      <p:pic>
        <p:nvPicPr>
          <p:cNvPr id="15" name="Graphic 14" descr="Male profile with solid fill">
            <a:extLst>
              <a:ext uri="{FF2B5EF4-FFF2-40B4-BE49-F238E27FC236}">
                <a16:creationId xmlns:a16="http://schemas.microsoft.com/office/drawing/2014/main" id="{CE9CFBAB-6A5F-D773-9143-2FEBCC5FF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1782" y="2648627"/>
            <a:ext cx="914400" cy="914400"/>
          </a:xfrm>
          <a:prstGeom prst="rect">
            <a:avLst/>
          </a:prstGeom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8811013A-B51C-67BF-052E-5D6AE9105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262" y="4416474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2548ED-64A6-AF6B-3257-24E205BA0EEE}"/>
              </a:ext>
            </a:extLst>
          </p:cNvPr>
          <p:cNvSpPr txBox="1"/>
          <p:nvPr/>
        </p:nvSpPr>
        <p:spPr>
          <a:xfrm>
            <a:off x="5875021" y="2821096"/>
            <a:ext cx="9144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i="1" dirty="0">
                <a:solidFill>
                  <a:srgbClr val="7030A0"/>
                </a:solidFill>
              </a:rPr>
              <a:t>CEO / High Authority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EC939-9D3F-A127-D96A-EB8C08180F5D}"/>
              </a:ext>
            </a:extLst>
          </p:cNvPr>
          <p:cNvSpPr txBox="1"/>
          <p:nvPr/>
        </p:nvSpPr>
        <p:spPr>
          <a:xfrm>
            <a:off x="5654043" y="4609043"/>
            <a:ext cx="145541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i="1" dirty="0">
                <a:solidFill>
                  <a:srgbClr val="FFC000"/>
                </a:solidFill>
              </a:rPr>
              <a:t>International student /</a:t>
            </a:r>
          </a:p>
          <a:p>
            <a:r>
              <a:rPr lang="en-IN" sz="1300" i="1" dirty="0">
                <a:solidFill>
                  <a:srgbClr val="FFC000"/>
                </a:solidFill>
              </a:rPr>
              <a:t>Clueless User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B8160B-EAE8-99ED-72E6-CF64636F5E68}"/>
              </a:ext>
            </a:extLst>
          </p:cNvPr>
          <p:cNvCxnSpPr/>
          <p:nvPr/>
        </p:nvCxnSpPr>
        <p:spPr>
          <a:xfrm>
            <a:off x="7536182" y="3105827"/>
            <a:ext cx="9905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11A077-A0A8-B167-3EA8-5852B190FBC2}"/>
              </a:ext>
            </a:extLst>
          </p:cNvPr>
          <p:cNvCxnSpPr/>
          <p:nvPr/>
        </p:nvCxnSpPr>
        <p:spPr>
          <a:xfrm>
            <a:off x="7566662" y="4952165"/>
            <a:ext cx="9905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Questions with solid fill">
            <a:extLst>
              <a:ext uri="{FF2B5EF4-FFF2-40B4-BE49-F238E27FC236}">
                <a16:creationId xmlns:a16="http://schemas.microsoft.com/office/drawing/2014/main" id="{4AEBBB20-646C-A087-3DAC-F62D398B5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6781" y="2669519"/>
            <a:ext cx="914400" cy="914400"/>
          </a:xfrm>
          <a:prstGeom prst="rect">
            <a:avLst/>
          </a:prstGeom>
        </p:spPr>
      </p:pic>
      <p:pic>
        <p:nvPicPr>
          <p:cNvPr id="27" name="Graphic 26" descr="Help with solid fill">
            <a:extLst>
              <a:ext uri="{FF2B5EF4-FFF2-40B4-BE49-F238E27FC236}">
                <a16:creationId xmlns:a16="http://schemas.microsoft.com/office/drawing/2014/main" id="{834296FA-955C-DF0D-64ED-A2432D5FB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4881" y="4416474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877A06-FE05-94C4-13EB-4190C72CA25E}"/>
              </a:ext>
            </a:extLst>
          </p:cNvPr>
          <p:cNvSpPr txBox="1"/>
          <p:nvPr/>
        </p:nvSpPr>
        <p:spPr>
          <a:xfrm>
            <a:off x="8618224" y="3513593"/>
            <a:ext cx="2461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i="1" dirty="0">
                <a:solidFill>
                  <a:srgbClr val="002060"/>
                </a:solidFill>
              </a:rPr>
              <a:t>Had to produce a summary regarding policies for the immediate query asked by the Company sponsor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9D0094-0477-7033-F9FB-7C4C873575A6}"/>
              </a:ext>
            </a:extLst>
          </p:cNvPr>
          <p:cNvSpPr txBox="1"/>
          <p:nvPr/>
        </p:nvSpPr>
        <p:spPr>
          <a:xfrm>
            <a:off x="8648704" y="5301540"/>
            <a:ext cx="19735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i="1" dirty="0">
                <a:solidFill>
                  <a:schemeClr val="accent2">
                    <a:lumMod val="75000"/>
                  </a:schemeClr>
                </a:solidFill>
              </a:rPr>
              <a:t>Just curious about Government Rules and Policies / in an extreme critical situation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8084-4D94-A550-94C0-2BBE6D4D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7C63365-9692-6A7B-A762-50260EAB5E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3746329"/>
              </p:ext>
            </p:extLst>
          </p:nvPr>
        </p:nvGraphicFramePr>
        <p:xfrm>
          <a:off x="943864" y="2221992"/>
          <a:ext cx="10440416" cy="4053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163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7BEE-8824-33F7-86D2-58551EE4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A28D4D-D053-5286-7608-0E683F67C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817931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627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1DEB-4893-BE47-287C-681A5AAF6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(</a:t>
            </a:r>
            <a:r>
              <a:rPr lang="en-IN" dirty="0" err="1"/>
              <a:t>sIMPLIFIED</a:t>
            </a:r>
            <a:r>
              <a:rPr lang="en-IN" dirty="0"/>
              <a:t> Ver.)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06E24B-BDF6-9368-F369-0581902F6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656" y="2219643"/>
            <a:ext cx="8174735" cy="4269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7825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15F0-8CF8-7C1F-165D-E4E788E2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7C89B-528B-5504-B7E9-09A01523A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35780" y="1115568"/>
            <a:ext cx="8023626" cy="5742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618744-7A53-1FA9-6C3A-FCBCEF0C2F4C}"/>
              </a:ext>
            </a:extLst>
          </p:cNvPr>
          <p:cNvSpPr txBox="1"/>
          <p:nvPr/>
        </p:nvSpPr>
        <p:spPr>
          <a:xfrm>
            <a:off x="499444" y="2207284"/>
            <a:ext cx="43870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Step 1. User Input</a:t>
            </a:r>
            <a:br>
              <a:rPr lang="en-IN" sz="1200" dirty="0"/>
            </a:br>
            <a:r>
              <a:rPr lang="en-IN" sz="1200" dirty="0"/>
              <a:t>User enters a query or legal clause in the </a:t>
            </a:r>
            <a:r>
              <a:rPr lang="en-IN" sz="1200" dirty="0" err="1"/>
              <a:t>Streamlit</a:t>
            </a:r>
            <a:r>
              <a:rPr lang="en-IN" sz="1200" dirty="0"/>
              <a:t> app.</a:t>
            </a:r>
          </a:p>
          <a:p>
            <a:endParaRPr lang="en-IN" sz="1200" dirty="0"/>
          </a:p>
          <a:p>
            <a:r>
              <a:rPr lang="en-IN" sz="1200" b="1" dirty="0"/>
              <a:t>Step 2. Page Handling</a:t>
            </a:r>
            <a:br>
              <a:rPr lang="en-IN" sz="1200" dirty="0"/>
            </a:br>
            <a:r>
              <a:rPr lang="en-IN" sz="1200" dirty="0" err="1"/>
              <a:t>Streamlit</a:t>
            </a:r>
            <a:r>
              <a:rPr lang="en-IN" sz="1200" dirty="0"/>
              <a:t> routes the request based on action:</a:t>
            </a:r>
          </a:p>
          <a:p>
            <a:r>
              <a:rPr lang="en-IN" sz="1200" dirty="0"/>
              <a:t>Research (full pipeline) </a:t>
            </a:r>
          </a:p>
          <a:p>
            <a:r>
              <a:rPr lang="en-IN" sz="1200" dirty="0"/>
              <a:t>Classify (label only) </a:t>
            </a:r>
          </a:p>
          <a:p>
            <a:r>
              <a:rPr lang="en-IN" sz="1200" dirty="0"/>
              <a:t>Risk Assessment (Analysis)</a:t>
            </a:r>
          </a:p>
          <a:p>
            <a:r>
              <a:rPr lang="en-IN" sz="1200" dirty="0"/>
              <a:t>Dashboard (overview) + Document (Legal Clause Dataset)</a:t>
            </a:r>
          </a:p>
          <a:p>
            <a:r>
              <a:rPr lang="en-IN" sz="1200" dirty="0"/>
              <a:t> </a:t>
            </a:r>
          </a:p>
          <a:p>
            <a:r>
              <a:rPr lang="en-IN" sz="1200" b="1" dirty="0"/>
              <a:t>Step 3. API Request</a:t>
            </a:r>
            <a:br>
              <a:rPr lang="en-IN" sz="1200" dirty="0"/>
            </a:br>
            <a:r>
              <a:rPr lang="en-IN" sz="1200" dirty="0" err="1"/>
              <a:t>Streamlit</a:t>
            </a:r>
            <a:r>
              <a:rPr lang="en-IN" sz="1200" dirty="0"/>
              <a:t> sends an HTTP POST request to </a:t>
            </a:r>
            <a:r>
              <a:rPr lang="en-IN" sz="1200" dirty="0" err="1"/>
              <a:t>FastAPI</a:t>
            </a:r>
            <a:r>
              <a:rPr lang="en-IN" sz="1200" dirty="0"/>
              <a:t> (/</a:t>
            </a:r>
            <a:r>
              <a:rPr lang="en-IN" sz="1200" dirty="0" err="1"/>
              <a:t>api</a:t>
            </a:r>
            <a:r>
              <a:rPr lang="en-IN" sz="1200" dirty="0"/>
              <a:t>/query, /</a:t>
            </a:r>
            <a:r>
              <a:rPr lang="en-IN" sz="1200" dirty="0" err="1"/>
              <a:t>api</a:t>
            </a:r>
            <a:r>
              <a:rPr lang="en-IN" sz="1200" dirty="0"/>
              <a:t>/classify).</a:t>
            </a:r>
          </a:p>
          <a:p>
            <a:endParaRPr lang="en-IN" sz="1200" dirty="0"/>
          </a:p>
          <a:p>
            <a:r>
              <a:rPr lang="en-IN" sz="1200" b="1" dirty="0"/>
              <a:t>Step 4. Validation</a:t>
            </a:r>
            <a:br>
              <a:rPr lang="en-IN" sz="1200" dirty="0"/>
            </a:br>
            <a:r>
              <a:rPr lang="en-IN" sz="1200" dirty="0" err="1"/>
              <a:t>FastAPI</a:t>
            </a:r>
            <a:r>
              <a:rPr lang="en-IN" sz="1200" dirty="0"/>
              <a:t> validates the request using </a:t>
            </a:r>
            <a:r>
              <a:rPr lang="en-IN" sz="1200" dirty="0" err="1"/>
              <a:t>Pydantic</a:t>
            </a:r>
            <a:r>
              <a:rPr lang="en-IN" sz="1200" dirty="0"/>
              <a:t> schemas.</a:t>
            </a:r>
          </a:p>
          <a:p>
            <a:endParaRPr lang="en-IN" sz="1200" dirty="0"/>
          </a:p>
          <a:p>
            <a:r>
              <a:rPr lang="en-IN" sz="1200" b="1" dirty="0"/>
              <a:t>Step 5. Middleware Checks</a:t>
            </a:r>
            <a:br>
              <a:rPr lang="en-IN" sz="1200" dirty="0"/>
            </a:br>
            <a:r>
              <a:rPr lang="en-IN" sz="1200" dirty="0"/>
              <a:t>CORS, API key authentication, and error handling are applied.</a:t>
            </a:r>
          </a:p>
          <a:p>
            <a:endParaRPr lang="en-IN" sz="1200" dirty="0"/>
          </a:p>
          <a:p>
            <a:r>
              <a:rPr lang="en-IN" sz="1200" b="1" dirty="0"/>
              <a:t>Step 6. Orchestration Start</a:t>
            </a:r>
            <a:br>
              <a:rPr lang="en-IN" sz="1200" dirty="0"/>
            </a:br>
            <a:r>
              <a:rPr lang="en-IN" sz="1200" dirty="0"/>
              <a:t>Request is passed to </a:t>
            </a:r>
            <a:r>
              <a:rPr lang="en-IN" sz="1200" dirty="0" err="1"/>
              <a:t>LangGraph</a:t>
            </a:r>
            <a:r>
              <a:rPr lang="en-IN" sz="1200" dirty="0"/>
              <a:t>, which initializes state and triggers the Supervisor agent.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7233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70B9-4871-41C0-962B-A74D9DED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9FE19A-135D-7225-9140-303ADCD9B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78740" y="702157"/>
            <a:ext cx="8170901" cy="6074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BA34A-EA77-1124-7103-4087E09D5DA9}"/>
              </a:ext>
            </a:extLst>
          </p:cNvPr>
          <p:cNvSpPr txBox="1"/>
          <p:nvPr/>
        </p:nvSpPr>
        <p:spPr>
          <a:xfrm>
            <a:off x="342086" y="2049780"/>
            <a:ext cx="429849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7. Supervisor Agent Routing</a:t>
            </a:r>
            <a:br>
              <a:rPr lang="en-US" sz="1200" dirty="0"/>
            </a:br>
            <a:r>
              <a:rPr lang="en-US" sz="1200" dirty="0" err="1"/>
              <a:t>LangGraph</a:t>
            </a:r>
            <a:r>
              <a:rPr lang="en-US" sz="1200" dirty="0"/>
              <a:t> routes the validated query to the Supervisor agent, which identifies the user’s intent and determines the sequence of agents to invoke.</a:t>
            </a:r>
          </a:p>
          <a:p>
            <a:endParaRPr lang="en-US" sz="1200" dirty="0"/>
          </a:p>
          <a:p>
            <a:r>
              <a:rPr lang="en-US" sz="1200" b="1" dirty="0"/>
              <a:t>Step 8. Retriever Agent Search</a:t>
            </a:r>
            <a:br>
              <a:rPr lang="en-US" sz="1200" dirty="0"/>
            </a:br>
            <a:r>
              <a:rPr lang="en-US" sz="1200" dirty="0"/>
              <a:t>The Retriever agent performs semantic search in </a:t>
            </a:r>
            <a:r>
              <a:rPr lang="en-US" sz="1200" dirty="0" err="1"/>
              <a:t>ChromaDB</a:t>
            </a:r>
            <a:r>
              <a:rPr lang="en-US" sz="1200" dirty="0"/>
              <a:t> and retrieves the most relevant legal clauses and supporting context.</a:t>
            </a:r>
          </a:p>
          <a:p>
            <a:endParaRPr lang="en-US" sz="1200" dirty="0"/>
          </a:p>
          <a:p>
            <a:r>
              <a:rPr lang="en-US" sz="1200" b="1" dirty="0"/>
              <a:t>Step 9. Classifier Agent Processing</a:t>
            </a:r>
            <a:br>
              <a:rPr lang="en-US" sz="1200" dirty="0"/>
            </a:br>
            <a:r>
              <a:rPr lang="en-US" sz="1200" dirty="0"/>
              <a:t>The Classifier agent labels the clause into appropriate legal categories such as liability, termination, or confidentiality.</a:t>
            </a:r>
          </a:p>
          <a:p>
            <a:endParaRPr lang="en-US" sz="1200" dirty="0"/>
          </a:p>
          <a:p>
            <a:r>
              <a:rPr lang="en-US" sz="1200" b="1" dirty="0"/>
              <a:t>Step 10. Risk Agent Analysis</a:t>
            </a:r>
            <a:br>
              <a:rPr lang="en-US" sz="1200" dirty="0"/>
            </a:br>
            <a:r>
              <a:rPr lang="en-US" sz="1200" dirty="0"/>
              <a:t>The Risk agent analyzes the retrieved clauses and classified results to generate structured risk insights.</a:t>
            </a:r>
          </a:p>
          <a:p>
            <a:endParaRPr lang="en-US" sz="1200" dirty="0"/>
          </a:p>
          <a:p>
            <a:r>
              <a:rPr lang="en-US" sz="1200" b="1" dirty="0"/>
              <a:t>Step 11. Summarizer Agent Response Generation</a:t>
            </a:r>
            <a:br>
              <a:rPr lang="en-US" sz="1200" dirty="0"/>
            </a:br>
            <a:r>
              <a:rPr lang="en-US" sz="1200" dirty="0"/>
              <a:t>The Summarizer agent converts the legal analysis into a plain-English explanation for the user.</a:t>
            </a:r>
          </a:p>
          <a:p>
            <a:endParaRPr lang="en-US" sz="1200" dirty="0"/>
          </a:p>
          <a:p>
            <a:r>
              <a:rPr lang="en-US" sz="1200" b="1" dirty="0"/>
              <a:t>Step 12. Final Response Delivery</a:t>
            </a:r>
            <a:br>
              <a:rPr lang="en-US" sz="1200" dirty="0"/>
            </a:br>
            <a:r>
              <a:rPr lang="en-US" sz="1200" dirty="0" err="1"/>
              <a:t>LangGraph</a:t>
            </a:r>
            <a:r>
              <a:rPr lang="en-US" sz="1200" dirty="0"/>
              <a:t> returns the final output through </a:t>
            </a:r>
            <a:r>
              <a:rPr lang="en-US" sz="1200" dirty="0" err="1"/>
              <a:t>FastAPI</a:t>
            </a:r>
            <a:r>
              <a:rPr lang="en-US" sz="1200" dirty="0"/>
              <a:t> to </a:t>
            </a:r>
            <a:r>
              <a:rPr lang="en-US" sz="1200" dirty="0" err="1"/>
              <a:t>Streamlit</a:t>
            </a:r>
            <a:r>
              <a:rPr lang="en-US" sz="1200" dirty="0"/>
              <a:t>, where the results are displayed to the user.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82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0215-6691-D193-EAF7-857473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E6BA15-3547-F84D-7219-D3654D3B3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746042"/>
              </p:ext>
            </p:extLst>
          </p:nvPr>
        </p:nvGraphicFramePr>
        <p:xfrm>
          <a:off x="581192" y="1972895"/>
          <a:ext cx="10828655" cy="3634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FF44BAF-3D74-F6B8-2B9B-EE57D67F9F22}"/>
              </a:ext>
            </a:extLst>
          </p:cNvPr>
          <p:cNvSpPr txBox="1"/>
          <p:nvPr/>
        </p:nvSpPr>
        <p:spPr>
          <a:xfrm>
            <a:off x="7452361" y="2505438"/>
            <a:ext cx="174497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Scans clause language for 10 specific risk indicators, including unlimited liability, unilateral modification rights, vague terms, and unfair termination triggers. Returns a structured JSON report.</a:t>
            </a:r>
            <a:endParaRPr lang="en-IN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82456-1A92-2BFE-3024-F03F3FE199F5}"/>
              </a:ext>
            </a:extLst>
          </p:cNvPr>
          <p:cNvSpPr txBox="1"/>
          <p:nvPr/>
        </p:nvSpPr>
        <p:spPr>
          <a:xfrm>
            <a:off x="9591208" y="2505438"/>
            <a:ext cx="181863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Takes all outputs from the previous 4 agents and generates a structured plain-English summary. Breaks complex legal findings into Overview, Key Points, Risk Assessment, and Recommended Actions — readable by non-lawyers.</a:t>
            </a: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2883235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0AA6-99DD-CA27-A7DE-2BE6F3C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UI: MAIN MODULES IMPLEMENTATION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66D328C-5272-DF81-90AA-EFC3A502D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742217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3640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2EE9-5C73-BC3C-4540-29D886F6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 &amp; FUTURE ENHANCEMENTS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036BC-4D9A-DF9A-BDDD-34C2265CE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636854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541670F-A775-3B29-6BED-F406EC507971}"/>
              </a:ext>
            </a:extLst>
          </p:cNvPr>
          <p:cNvCxnSpPr/>
          <p:nvPr/>
        </p:nvCxnSpPr>
        <p:spPr>
          <a:xfrm>
            <a:off x="8884920" y="2918460"/>
            <a:ext cx="701040" cy="5105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F016942-C8C7-70E5-793C-99DF92C5DF3D}"/>
              </a:ext>
            </a:extLst>
          </p:cNvPr>
          <p:cNvCxnSpPr/>
          <p:nvPr/>
        </p:nvCxnSpPr>
        <p:spPr>
          <a:xfrm rot="10800000" flipV="1">
            <a:off x="2659380" y="4937760"/>
            <a:ext cx="655320" cy="6172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C93E2B82-EDE1-9754-3A20-6275232A0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1" y="2924330"/>
            <a:ext cx="233934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Role-based login portals for legal professionals, authorities, and consumers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Add more legal datasets to improve LLM and agent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Perform deeper data analysis for continuous model evolution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Expand with specialized agents and document-level legal assistance 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748FC27-BB41-9859-46C5-32999A555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5960" y="2422482"/>
            <a:ext cx="2444821" cy="256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Faster and smarter legal research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Improved clause classification and risk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Better decision support for different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Scalable multi-agent legal assistance platform </a:t>
            </a:r>
          </a:p>
        </p:txBody>
      </p:sp>
    </p:spTree>
    <p:extLst>
      <p:ext uri="{BB962C8B-B14F-4D97-AF65-F5344CB8AC3E}">
        <p14:creationId xmlns:p14="http://schemas.microsoft.com/office/powerpoint/2010/main" val="350389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9B4E-BA86-DA0F-C6D6-9415E5C9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</a:t>
            </a:r>
            <a:r>
              <a:rPr lang="en-IN" dirty="0" err="1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EDC8-609F-48FA-BB94-350E5BC0F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0399228" cy="425043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900" b="1" dirty="0"/>
              <a:t>Conclusion</a:t>
            </a:r>
          </a:p>
          <a:p>
            <a:r>
              <a:rPr lang="en-US" sz="2900" dirty="0"/>
              <a:t>This work presents the development of a multi-agent AI legal assistant designed to support legal research, clause classification, and risk analysis. By integrating LLM, </a:t>
            </a:r>
            <a:r>
              <a:rPr lang="en-US" sz="2900" dirty="0" err="1"/>
              <a:t>LangChain</a:t>
            </a:r>
            <a:r>
              <a:rPr lang="en-US" sz="2900" dirty="0"/>
              <a:t> and </a:t>
            </a:r>
            <a:r>
              <a:rPr lang="en-US" sz="2900" dirty="0" err="1"/>
              <a:t>LangGraph</a:t>
            </a:r>
            <a:r>
              <a:rPr lang="en-US" sz="2900" dirty="0"/>
              <a:t>-based agent workflows, vector databases, and advanced LLM reasoning, the system enables more structured and context-aware legal decision-making. The approach demonstrates how combining multiple AI paradigms can enhance the accessibility, scalability, and efficiency of legal analysis, ultimately helping professionals navigate complex legal documents and reducing manual effort.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References &amp; Related Works: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900" dirty="0" err="1"/>
              <a:t>LegalGraphRAG</a:t>
            </a:r>
            <a:r>
              <a:rPr lang="en-IN" sz="2900" dirty="0"/>
              <a:t>: Multi-Agent Graph Retrieval-Augmented Generation for Reliable Legal Reasoning. </a:t>
            </a:r>
            <a:r>
              <a:rPr lang="en-IN" sz="2900" i="1" dirty="0"/>
              <a:t>(Focuses on integrating graph-based retrieval with multi-agent systems to improve reliability in legal reasoning tasks.)</a:t>
            </a:r>
            <a:endParaRPr lang="en-IN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900" dirty="0"/>
              <a:t>PAKTON: A Multi-Agent Framework for Question Answering in Long Legal Agreements. </a:t>
            </a:r>
            <a:r>
              <a:rPr lang="en-IN" sz="2900" i="1" dirty="0"/>
              <a:t>(Proposes a multi-agent RAG framework specifically tailored for </a:t>
            </a:r>
            <a:r>
              <a:rPr lang="en-IN" sz="2900" i="1" dirty="0" err="1"/>
              <a:t>analyzing</a:t>
            </a:r>
            <a:r>
              <a:rPr lang="en-IN" sz="2900" i="1" dirty="0"/>
              <a:t> and answering questions from lengthy legal contracts.)</a:t>
            </a:r>
            <a:endParaRPr lang="en-IN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900" dirty="0" err="1"/>
              <a:t>LawLuo</a:t>
            </a:r>
            <a:r>
              <a:rPr lang="en-IN" sz="2900" dirty="0"/>
              <a:t>: A Multi-Agent Collaborative Framework for Legal Consultation. </a:t>
            </a:r>
            <a:r>
              <a:rPr lang="en-IN" sz="2900" i="1" dirty="0"/>
              <a:t>(Introduces a collaborative agent system leveraging case-based retrieval for enhanced legal consultation.)</a:t>
            </a:r>
            <a:endParaRPr lang="en-IN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900" dirty="0" err="1"/>
              <a:t>ChatLaw</a:t>
            </a:r>
            <a:r>
              <a:rPr lang="en-IN" sz="2900" dirty="0"/>
              <a:t>: Multi-Agent Collaborative Legal Assistant. </a:t>
            </a:r>
            <a:r>
              <a:rPr lang="en-IN" sz="2900" i="1" dirty="0"/>
              <a:t>(Presents a legal assistant that combines multi-agent workflows with knowledge graphs for improved legal support and interaction.)</a:t>
            </a:r>
            <a:endParaRPr lang="en-IN" sz="29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8241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{3B30BEEA-2201-4F5D-BF1E-7F80615145C5}TF201209c3-d067-44f9-a26f-c8f216c4431347f6cf9d_win32-4021059b889a</Template>
  <TotalTime>3410</TotalTime>
  <Words>1356</Words>
  <Application>Microsoft Office PowerPoint</Application>
  <PresentationFormat>Widescreen</PresentationFormat>
  <Paragraphs>126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Wingdings</vt:lpstr>
      <vt:lpstr>Wingdings 2</vt:lpstr>
      <vt:lpstr>DividendVTI</vt:lpstr>
      <vt:lpstr>LEXASSIST</vt:lpstr>
      <vt:lpstr>PROBLEM STATEMENT</vt:lpstr>
      <vt:lpstr>OBJECTIVES</vt:lpstr>
      <vt:lpstr>TECH STACK</vt:lpstr>
      <vt:lpstr>SYSTEM ARCHITECTURE (sIMPLIFIED Ver.)</vt:lpstr>
      <vt:lpstr>SYSTEM ARCHITECTURE</vt:lpstr>
      <vt:lpstr>SYSTEM ARCHITECTURE</vt:lpstr>
      <vt:lpstr>AGENTS</vt:lpstr>
      <vt:lpstr>UI: MAIN MODULES IMPLEMENTATION</vt:lpstr>
      <vt:lpstr>EXPECTED OUTCOMES &amp; FUTURE ENHANCEMENTS</vt:lpstr>
      <vt:lpstr>CONCLUSION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 Gia</dc:creator>
  <cp:lastModifiedBy>Shruthi Gia</cp:lastModifiedBy>
  <cp:revision>2</cp:revision>
  <dcterms:created xsi:type="dcterms:W3CDTF">2026-04-27T08:29:07Z</dcterms:created>
  <dcterms:modified xsi:type="dcterms:W3CDTF">2026-04-29T17:19:36Z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